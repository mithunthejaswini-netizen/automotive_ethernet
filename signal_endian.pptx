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thun v" initials="mv" lastIdx="1" clrIdx="0">
    <p:extLst>
      <p:ext uri="{19B8F6BF-5375-455C-9EA6-DF929625EA0E}">
        <p15:presenceInfo xmlns:p15="http://schemas.microsoft.com/office/powerpoint/2012/main" userId="1acd6522c60b41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A56C"/>
    <a:srgbClr val="1C9E5C"/>
    <a:srgbClr val="C6B507"/>
    <a:srgbClr val="DE850F"/>
    <a:srgbClr val="E53038"/>
    <a:srgbClr val="989A98"/>
    <a:srgbClr val="C2C2C2"/>
    <a:srgbClr val="C542AA"/>
    <a:srgbClr val="2499D6"/>
    <a:srgbClr val="29AC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66" d="100"/>
          <a:sy n="66" d="100"/>
        </p:scale>
        <p:origin x="668" y="44"/>
      </p:cViewPr>
      <p:guideLst>
        <p:guide orient="horz" pos="2176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BEB054-726B-4350-8724-06A29F2C52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1D49E-FA65-4A89-A626-294F3813CA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B4A87A-13D1-4F51-8C8E-6F570018B2C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BADD13-61DE-48BA-8294-EB87464F46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4EE8F-544E-416C-B6AD-A5FC61998F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895CE-867C-4C18-9927-87F8A0B49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154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BD400-178C-4E46-8B1C-98070CB60EB4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CC8D5-6D68-A443-97C0-91AE597713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1EE2C-0E21-4877-A158-6B8D9934E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027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DB00C6-5909-D54C-8DB5-4D7BAF0F0057}"/>
              </a:ext>
            </a:extLst>
          </p:cNvPr>
          <p:cNvSpPr/>
          <p:nvPr userDrawn="1"/>
        </p:nvSpPr>
        <p:spPr bwMode="auto">
          <a:xfrm>
            <a:off x="1587" y="5664200"/>
            <a:ext cx="12188825" cy="939800"/>
          </a:xfrm>
          <a:prstGeom prst="rect">
            <a:avLst/>
          </a:prstGeom>
          <a:gradFill flip="none" rotWithShape="1">
            <a:gsLst>
              <a:gs pos="0">
                <a:srgbClr val="ECECEC"/>
              </a:gs>
              <a:gs pos="100000">
                <a:srgbClr val="FFFFFF">
                  <a:alpha val="0"/>
                </a:srgb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057C1F1-EFDD-794E-942C-26A4BD1984C2}"/>
              </a:ext>
            </a:extLst>
          </p:cNvPr>
          <p:cNvGrpSpPr/>
          <p:nvPr/>
        </p:nvGrpSpPr>
        <p:grpSpPr>
          <a:xfrm>
            <a:off x="457200" y="1524000"/>
            <a:ext cx="1752600" cy="2160954"/>
            <a:chOff x="912812" y="1143000"/>
            <a:chExt cx="1752600" cy="20066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E109243-6ED5-4C40-B172-76C99B584EE0}"/>
                </a:ext>
              </a:extLst>
            </p:cNvPr>
            <p:cNvGrpSpPr/>
            <p:nvPr/>
          </p:nvGrpSpPr>
          <p:grpSpPr>
            <a:xfrm>
              <a:off x="912812" y="1143000"/>
              <a:ext cx="1752600" cy="228600"/>
              <a:chOff x="912812" y="1143000"/>
              <a:chExt cx="1752600" cy="228600"/>
            </a:xfrm>
          </p:grpSpPr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A669C5E1-EC5D-7A4E-B9D7-DBBB4038B8C1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835ED79C-288D-E94C-9DFE-9FF11028832A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824AFB66-5450-9341-8F37-79F304E1C64B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81BED79-0F54-C543-8D84-EABF4DB0FF0B}"/>
                </a:ext>
              </a:extLst>
            </p:cNvPr>
            <p:cNvGrpSpPr/>
            <p:nvPr/>
          </p:nvGrpSpPr>
          <p:grpSpPr>
            <a:xfrm>
              <a:off x="912812" y="1439333"/>
              <a:ext cx="1752600" cy="228600"/>
              <a:chOff x="912812" y="1143000"/>
              <a:chExt cx="1752600" cy="228600"/>
            </a:xfrm>
          </p:grpSpPr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DCE3E602-DD89-E84E-9209-C0BA5B4BFEDC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E31ABBB2-B627-3449-AB76-DF6E7715D4CD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B21FC0C1-755C-404E-B6BA-949F2193B1C1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D1E46FD-3E25-9E48-B19F-61CE4347C229}"/>
                </a:ext>
              </a:extLst>
            </p:cNvPr>
            <p:cNvGrpSpPr/>
            <p:nvPr/>
          </p:nvGrpSpPr>
          <p:grpSpPr>
            <a:xfrm>
              <a:off x="912812" y="1735666"/>
              <a:ext cx="1752600" cy="228600"/>
              <a:chOff x="912812" y="1143000"/>
              <a:chExt cx="1752600" cy="228600"/>
            </a:xfrm>
          </p:grpSpPr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FD367024-17E9-1B42-BB84-4EDB2A82CCBE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D0F9DD1A-F4DC-154F-9286-A7F5EBEB931A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469A0250-35E9-3E43-A744-FAD3BE71EEC3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5F6BBD9-57C7-A64D-977D-7EB557462137}"/>
                </a:ext>
              </a:extLst>
            </p:cNvPr>
            <p:cNvGrpSpPr/>
            <p:nvPr/>
          </p:nvGrpSpPr>
          <p:grpSpPr>
            <a:xfrm>
              <a:off x="912812" y="2031999"/>
              <a:ext cx="1752600" cy="228600"/>
              <a:chOff x="912812" y="1143000"/>
              <a:chExt cx="1752600" cy="228600"/>
            </a:xfrm>
          </p:grpSpPr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FA3E1D20-CC67-CB42-B579-FD112391BFF6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13F6A45E-454B-7E47-89AF-4133333286E9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BD5D8E87-C0E9-1E4B-91C8-F2664673F308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724B9AE-9680-B944-A590-05AAE0BBCB81}"/>
                </a:ext>
              </a:extLst>
            </p:cNvPr>
            <p:cNvGrpSpPr/>
            <p:nvPr/>
          </p:nvGrpSpPr>
          <p:grpSpPr>
            <a:xfrm>
              <a:off x="912812" y="2328332"/>
              <a:ext cx="1752600" cy="228600"/>
              <a:chOff x="912812" y="1143000"/>
              <a:chExt cx="1752600" cy="228600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A24972A9-E514-DE42-B80E-9D1A5964EACA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46864D4C-FEB9-BC4C-B901-1FDC63CAF865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AA1014C-5AC9-104C-BC66-868BD523AB75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F6FADAF-D4DB-5342-925B-E00C3379D334}"/>
                </a:ext>
              </a:extLst>
            </p:cNvPr>
            <p:cNvGrpSpPr/>
            <p:nvPr/>
          </p:nvGrpSpPr>
          <p:grpSpPr>
            <a:xfrm>
              <a:off x="912812" y="2624665"/>
              <a:ext cx="1752600" cy="228600"/>
              <a:chOff x="912812" y="1143000"/>
              <a:chExt cx="1752600" cy="228600"/>
            </a:xfrm>
          </p:grpSpPr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662056D9-BFDD-D84F-BBD8-A1B509658F7C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0B3CC051-6A32-C742-9DBD-5604619526FE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0ABCAD50-FA1E-3443-9525-9A30FAFA6CA5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55604D4-FF9D-FA4A-9B06-FC7D14104D8D}"/>
                </a:ext>
              </a:extLst>
            </p:cNvPr>
            <p:cNvGrpSpPr/>
            <p:nvPr/>
          </p:nvGrpSpPr>
          <p:grpSpPr>
            <a:xfrm>
              <a:off x="912812" y="2921000"/>
              <a:ext cx="1752600" cy="228600"/>
              <a:chOff x="912812" y="1143000"/>
              <a:chExt cx="1752600" cy="228600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E88114DA-2121-8F4A-95A9-554C179A4D45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288B7BBC-B3B4-0D40-859A-F861490AF95F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8DB03F1D-71BD-5A42-B96A-761554C9F2EF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A209E6D-4BDF-D444-9531-5F26621A3351}"/>
              </a:ext>
            </a:extLst>
          </p:cNvPr>
          <p:cNvGrpSpPr/>
          <p:nvPr/>
        </p:nvGrpSpPr>
        <p:grpSpPr>
          <a:xfrm>
            <a:off x="2838450" y="1524000"/>
            <a:ext cx="1752600" cy="2160954"/>
            <a:chOff x="912812" y="1143000"/>
            <a:chExt cx="1752600" cy="200660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3F134C7-3B9C-9041-BF76-5BA421FBE6C2}"/>
                </a:ext>
              </a:extLst>
            </p:cNvPr>
            <p:cNvGrpSpPr/>
            <p:nvPr/>
          </p:nvGrpSpPr>
          <p:grpSpPr>
            <a:xfrm>
              <a:off x="912812" y="1143000"/>
              <a:ext cx="1752600" cy="228600"/>
              <a:chOff x="912812" y="1143000"/>
              <a:chExt cx="1752600" cy="228600"/>
            </a:xfrm>
          </p:grpSpPr>
          <p:sp>
            <p:nvSpPr>
              <p:cNvPr id="65" name="Rounded Rectangle 64">
                <a:extLst>
                  <a:ext uri="{FF2B5EF4-FFF2-40B4-BE49-F238E27FC236}">
                    <a16:creationId xmlns:a16="http://schemas.microsoft.com/office/drawing/2014/main" id="{2EC920B7-B910-D444-873F-A81A25203113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94710452-4337-534E-945F-E7DD20EF6CE0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67" name="Rounded Rectangle 66">
                <a:extLst>
                  <a:ext uri="{FF2B5EF4-FFF2-40B4-BE49-F238E27FC236}">
                    <a16:creationId xmlns:a16="http://schemas.microsoft.com/office/drawing/2014/main" id="{DCE3912A-675A-AF46-8126-36F676948035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68B1917-50E9-3743-ABC2-A9C8035F6C63}"/>
                </a:ext>
              </a:extLst>
            </p:cNvPr>
            <p:cNvGrpSpPr/>
            <p:nvPr/>
          </p:nvGrpSpPr>
          <p:grpSpPr>
            <a:xfrm>
              <a:off x="912812" y="1439333"/>
              <a:ext cx="1752600" cy="228600"/>
              <a:chOff x="912812" y="1143000"/>
              <a:chExt cx="1752600" cy="228600"/>
            </a:xfrm>
          </p:grpSpPr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71CB5409-334D-354B-B23D-0C459C11E7DD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63" name="Rounded Rectangle 62">
                <a:extLst>
                  <a:ext uri="{FF2B5EF4-FFF2-40B4-BE49-F238E27FC236}">
                    <a16:creationId xmlns:a16="http://schemas.microsoft.com/office/drawing/2014/main" id="{28B05ED4-C4F1-B148-8518-AA4CDB10D090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64" name="Rounded Rectangle 63">
                <a:extLst>
                  <a:ext uri="{FF2B5EF4-FFF2-40B4-BE49-F238E27FC236}">
                    <a16:creationId xmlns:a16="http://schemas.microsoft.com/office/drawing/2014/main" id="{BAA9B868-F66C-DB46-B259-C81D2CA03848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1D2C3B3-D307-0F45-9168-6DB8067019D0}"/>
                </a:ext>
              </a:extLst>
            </p:cNvPr>
            <p:cNvGrpSpPr/>
            <p:nvPr/>
          </p:nvGrpSpPr>
          <p:grpSpPr>
            <a:xfrm>
              <a:off x="912812" y="1735666"/>
              <a:ext cx="1752600" cy="228600"/>
              <a:chOff x="912812" y="1143000"/>
              <a:chExt cx="1752600" cy="228600"/>
            </a:xfrm>
          </p:grpSpPr>
          <p:sp>
            <p:nvSpPr>
              <p:cNvPr id="59" name="Rounded Rectangle 58">
                <a:extLst>
                  <a:ext uri="{FF2B5EF4-FFF2-40B4-BE49-F238E27FC236}">
                    <a16:creationId xmlns:a16="http://schemas.microsoft.com/office/drawing/2014/main" id="{B9F217F7-D38B-A948-8927-8FC7C00B8FAA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90F4E2ED-1A82-804A-9799-0FBAE8FAE281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61" name="Rounded Rectangle 60">
                <a:extLst>
                  <a:ext uri="{FF2B5EF4-FFF2-40B4-BE49-F238E27FC236}">
                    <a16:creationId xmlns:a16="http://schemas.microsoft.com/office/drawing/2014/main" id="{B981EBCF-8330-3046-BFE2-C81C854BBA1F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7B32C03-FBF5-B742-A9B8-2F8A4485F57F}"/>
                </a:ext>
              </a:extLst>
            </p:cNvPr>
            <p:cNvGrpSpPr/>
            <p:nvPr/>
          </p:nvGrpSpPr>
          <p:grpSpPr>
            <a:xfrm>
              <a:off x="912812" y="2031999"/>
              <a:ext cx="1752600" cy="228600"/>
              <a:chOff x="912812" y="1143000"/>
              <a:chExt cx="1752600" cy="228600"/>
            </a:xfrm>
          </p:grpSpPr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DC92F02B-A42D-5B4A-A47C-4808B189A7C4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386137BB-FA39-4241-BC4C-AA18AAB7C669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74F97944-011A-4645-84EE-246C2FD032E7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58356B1-C86C-B44B-B0FA-4160ABD395C7}"/>
                </a:ext>
              </a:extLst>
            </p:cNvPr>
            <p:cNvGrpSpPr/>
            <p:nvPr/>
          </p:nvGrpSpPr>
          <p:grpSpPr>
            <a:xfrm>
              <a:off x="912812" y="2328332"/>
              <a:ext cx="1752600" cy="228600"/>
              <a:chOff x="912812" y="1143000"/>
              <a:chExt cx="1752600" cy="228600"/>
            </a:xfrm>
          </p:grpSpPr>
          <p:sp>
            <p:nvSpPr>
              <p:cNvPr id="53" name="Rounded Rectangle 52">
                <a:extLst>
                  <a:ext uri="{FF2B5EF4-FFF2-40B4-BE49-F238E27FC236}">
                    <a16:creationId xmlns:a16="http://schemas.microsoft.com/office/drawing/2014/main" id="{2C833344-FA8A-4546-AE1A-BDFE5808FD77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1EAE589B-9AD6-E948-9AEA-3DFA589AE66C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418BDBBA-7A22-1F46-9507-D199C79096BE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1719951-377F-5B4C-8487-790756447D6F}"/>
                </a:ext>
              </a:extLst>
            </p:cNvPr>
            <p:cNvGrpSpPr/>
            <p:nvPr/>
          </p:nvGrpSpPr>
          <p:grpSpPr>
            <a:xfrm>
              <a:off x="912812" y="2624665"/>
              <a:ext cx="1752600" cy="228600"/>
              <a:chOff x="912812" y="1143000"/>
              <a:chExt cx="1752600" cy="228600"/>
            </a:xfrm>
          </p:grpSpPr>
          <p:sp>
            <p:nvSpPr>
              <p:cNvPr id="50" name="Rounded Rectangle 49">
                <a:extLst>
                  <a:ext uri="{FF2B5EF4-FFF2-40B4-BE49-F238E27FC236}">
                    <a16:creationId xmlns:a16="http://schemas.microsoft.com/office/drawing/2014/main" id="{2A379DFE-FAED-CB40-9C1A-64108D252FC4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E9B5F6FF-BC00-E344-BECC-4907B6CEAFB9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52" name="Rounded Rectangle 51">
                <a:extLst>
                  <a:ext uri="{FF2B5EF4-FFF2-40B4-BE49-F238E27FC236}">
                    <a16:creationId xmlns:a16="http://schemas.microsoft.com/office/drawing/2014/main" id="{B00FC888-2D9E-2344-804F-1A688F33F183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85FD529-B73C-1040-BCD1-DF9275B3A798}"/>
                </a:ext>
              </a:extLst>
            </p:cNvPr>
            <p:cNvGrpSpPr/>
            <p:nvPr/>
          </p:nvGrpSpPr>
          <p:grpSpPr>
            <a:xfrm>
              <a:off x="912812" y="2921000"/>
              <a:ext cx="1752600" cy="228600"/>
              <a:chOff x="912812" y="1143000"/>
              <a:chExt cx="1752600" cy="228600"/>
            </a:xfrm>
          </p:grpSpPr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76FA3012-CE81-3C47-9CE2-78F0070C4493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latin typeface="+mj-lt"/>
                </a:endParaRPr>
              </a:p>
            </p:txBody>
          </p:sp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BAF56B3D-3816-8D48-AF86-5C1B72AE1BA5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49" name="Rounded Rectangle 48">
                <a:extLst>
                  <a:ext uri="{FF2B5EF4-FFF2-40B4-BE49-F238E27FC236}">
                    <a16:creationId xmlns:a16="http://schemas.microsoft.com/office/drawing/2014/main" id="{1830C695-39B0-4C4B-8477-21B875CF5963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AADE48A-6A6B-2247-B82A-49550DF32E53}"/>
              </a:ext>
            </a:extLst>
          </p:cNvPr>
          <p:cNvGrpSpPr/>
          <p:nvPr/>
        </p:nvGrpSpPr>
        <p:grpSpPr>
          <a:xfrm>
            <a:off x="5219700" y="1524000"/>
            <a:ext cx="1752600" cy="2160954"/>
            <a:chOff x="912812" y="1143000"/>
            <a:chExt cx="1752600" cy="2006600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7D5D4B8-10E5-324E-8A05-1BAF044F0526}"/>
                </a:ext>
              </a:extLst>
            </p:cNvPr>
            <p:cNvGrpSpPr/>
            <p:nvPr/>
          </p:nvGrpSpPr>
          <p:grpSpPr>
            <a:xfrm>
              <a:off x="912812" y="1143000"/>
              <a:ext cx="1752600" cy="228600"/>
              <a:chOff x="912812" y="1143000"/>
              <a:chExt cx="1752600" cy="228600"/>
            </a:xfrm>
          </p:grpSpPr>
          <p:sp>
            <p:nvSpPr>
              <p:cNvPr id="96" name="Rounded Rectangle 95">
                <a:extLst>
                  <a:ext uri="{FF2B5EF4-FFF2-40B4-BE49-F238E27FC236}">
                    <a16:creationId xmlns:a16="http://schemas.microsoft.com/office/drawing/2014/main" id="{D25489AB-01FC-BC4C-9565-876A6007CE01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97" name="Rounded Rectangle 96">
                <a:extLst>
                  <a:ext uri="{FF2B5EF4-FFF2-40B4-BE49-F238E27FC236}">
                    <a16:creationId xmlns:a16="http://schemas.microsoft.com/office/drawing/2014/main" id="{79533F9F-C508-5D4A-AC5B-1160660B88BB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98" name="Rounded Rectangle 97">
                <a:extLst>
                  <a:ext uri="{FF2B5EF4-FFF2-40B4-BE49-F238E27FC236}">
                    <a16:creationId xmlns:a16="http://schemas.microsoft.com/office/drawing/2014/main" id="{71FAD55B-B142-9A40-A85B-622A8EE57231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001A6B25-CA7C-0B4C-B63E-E40AFE0E8C1C}"/>
                </a:ext>
              </a:extLst>
            </p:cNvPr>
            <p:cNvGrpSpPr/>
            <p:nvPr/>
          </p:nvGrpSpPr>
          <p:grpSpPr>
            <a:xfrm>
              <a:off x="912812" y="1439333"/>
              <a:ext cx="1752600" cy="228600"/>
              <a:chOff x="912812" y="1143000"/>
              <a:chExt cx="1752600" cy="228600"/>
            </a:xfrm>
          </p:grpSpPr>
          <p:sp>
            <p:nvSpPr>
              <p:cNvPr id="93" name="Rounded Rectangle 92">
                <a:extLst>
                  <a:ext uri="{FF2B5EF4-FFF2-40B4-BE49-F238E27FC236}">
                    <a16:creationId xmlns:a16="http://schemas.microsoft.com/office/drawing/2014/main" id="{40E1BF5C-DF0E-1843-A7DC-B4264EF416C1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94" name="Rounded Rectangle 93">
                <a:extLst>
                  <a:ext uri="{FF2B5EF4-FFF2-40B4-BE49-F238E27FC236}">
                    <a16:creationId xmlns:a16="http://schemas.microsoft.com/office/drawing/2014/main" id="{09E1393F-806A-2D43-A109-79A8C16D1376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95" name="Rounded Rectangle 94">
                <a:extLst>
                  <a:ext uri="{FF2B5EF4-FFF2-40B4-BE49-F238E27FC236}">
                    <a16:creationId xmlns:a16="http://schemas.microsoft.com/office/drawing/2014/main" id="{5A3167E0-7F0A-394E-A4FB-D4F93264D9E9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4CAEFDF-31B8-B545-AEB6-2343125FE2D2}"/>
                </a:ext>
              </a:extLst>
            </p:cNvPr>
            <p:cNvGrpSpPr/>
            <p:nvPr/>
          </p:nvGrpSpPr>
          <p:grpSpPr>
            <a:xfrm>
              <a:off x="912812" y="1735666"/>
              <a:ext cx="1752600" cy="228600"/>
              <a:chOff x="912812" y="1143000"/>
              <a:chExt cx="1752600" cy="228600"/>
            </a:xfrm>
          </p:grpSpPr>
          <p:sp>
            <p:nvSpPr>
              <p:cNvPr id="90" name="Rounded Rectangle 89">
                <a:extLst>
                  <a:ext uri="{FF2B5EF4-FFF2-40B4-BE49-F238E27FC236}">
                    <a16:creationId xmlns:a16="http://schemas.microsoft.com/office/drawing/2014/main" id="{0F7EA5F0-F6E3-604B-AE9E-A0FD9FC88570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91" name="Rounded Rectangle 90">
                <a:extLst>
                  <a:ext uri="{FF2B5EF4-FFF2-40B4-BE49-F238E27FC236}">
                    <a16:creationId xmlns:a16="http://schemas.microsoft.com/office/drawing/2014/main" id="{DA539189-9CF4-6C42-88D6-D2D298023DC9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299C16D4-76EB-EE48-B2B6-F5C75A5CD515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498B1B0A-3ECF-C746-9FC3-1BA0868119D4}"/>
                </a:ext>
              </a:extLst>
            </p:cNvPr>
            <p:cNvGrpSpPr/>
            <p:nvPr/>
          </p:nvGrpSpPr>
          <p:grpSpPr>
            <a:xfrm>
              <a:off x="912812" y="2031999"/>
              <a:ext cx="1752600" cy="228600"/>
              <a:chOff x="912812" y="1143000"/>
              <a:chExt cx="1752600" cy="228600"/>
            </a:xfrm>
          </p:grpSpPr>
          <p:sp>
            <p:nvSpPr>
              <p:cNvPr id="87" name="Rounded Rectangle 86">
                <a:extLst>
                  <a:ext uri="{FF2B5EF4-FFF2-40B4-BE49-F238E27FC236}">
                    <a16:creationId xmlns:a16="http://schemas.microsoft.com/office/drawing/2014/main" id="{F4396AA8-63F9-1F4E-81F6-73ED29BEBCF8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88" name="Rounded Rectangle 87">
                <a:extLst>
                  <a:ext uri="{FF2B5EF4-FFF2-40B4-BE49-F238E27FC236}">
                    <a16:creationId xmlns:a16="http://schemas.microsoft.com/office/drawing/2014/main" id="{8B277F16-D9F5-6A48-BE60-D9BBB2F8018E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64E2C01C-E22C-4842-9E05-AF297A8803E6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A6F249A-5491-CC4F-AA3A-D6BAD908828F}"/>
                </a:ext>
              </a:extLst>
            </p:cNvPr>
            <p:cNvGrpSpPr/>
            <p:nvPr/>
          </p:nvGrpSpPr>
          <p:grpSpPr>
            <a:xfrm>
              <a:off x="912812" y="2328332"/>
              <a:ext cx="1752600" cy="228600"/>
              <a:chOff x="912812" y="1143000"/>
              <a:chExt cx="1752600" cy="228600"/>
            </a:xfrm>
          </p:grpSpPr>
          <p:sp>
            <p:nvSpPr>
              <p:cNvPr id="84" name="Rounded Rectangle 83">
                <a:extLst>
                  <a:ext uri="{FF2B5EF4-FFF2-40B4-BE49-F238E27FC236}">
                    <a16:creationId xmlns:a16="http://schemas.microsoft.com/office/drawing/2014/main" id="{F790F4D9-9F46-084D-8CD1-79DBB85E8A26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85" name="Rounded Rectangle 84">
                <a:extLst>
                  <a:ext uri="{FF2B5EF4-FFF2-40B4-BE49-F238E27FC236}">
                    <a16:creationId xmlns:a16="http://schemas.microsoft.com/office/drawing/2014/main" id="{358D9FE8-D855-CF42-925A-B371B3F9E98A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86" name="Rounded Rectangle 85">
                <a:extLst>
                  <a:ext uri="{FF2B5EF4-FFF2-40B4-BE49-F238E27FC236}">
                    <a16:creationId xmlns:a16="http://schemas.microsoft.com/office/drawing/2014/main" id="{C89614DF-86A0-9546-8CA9-EA27EB04B6DA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B9F43A39-83C1-0B4E-9D2E-2F90F46A8EF8}"/>
                </a:ext>
              </a:extLst>
            </p:cNvPr>
            <p:cNvGrpSpPr/>
            <p:nvPr/>
          </p:nvGrpSpPr>
          <p:grpSpPr>
            <a:xfrm>
              <a:off x="912812" y="2624665"/>
              <a:ext cx="1752600" cy="228600"/>
              <a:chOff x="912812" y="1143000"/>
              <a:chExt cx="1752600" cy="228600"/>
            </a:xfrm>
          </p:grpSpPr>
          <p:sp>
            <p:nvSpPr>
              <p:cNvPr id="81" name="Rounded Rectangle 80">
                <a:extLst>
                  <a:ext uri="{FF2B5EF4-FFF2-40B4-BE49-F238E27FC236}">
                    <a16:creationId xmlns:a16="http://schemas.microsoft.com/office/drawing/2014/main" id="{8D616CE6-5BE2-3C4F-A4E9-3D9922444551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82" name="Rounded Rectangle 81">
                <a:extLst>
                  <a:ext uri="{FF2B5EF4-FFF2-40B4-BE49-F238E27FC236}">
                    <a16:creationId xmlns:a16="http://schemas.microsoft.com/office/drawing/2014/main" id="{5349B73A-689A-9B41-9FAC-4FEE579C31B1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83" name="Rounded Rectangle 82">
                <a:extLst>
                  <a:ext uri="{FF2B5EF4-FFF2-40B4-BE49-F238E27FC236}">
                    <a16:creationId xmlns:a16="http://schemas.microsoft.com/office/drawing/2014/main" id="{F08BCBAB-BFD2-A744-BDA3-8340952660C4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81059E5E-189A-CE45-BF2E-CA614E1821E8}"/>
                </a:ext>
              </a:extLst>
            </p:cNvPr>
            <p:cNvGrpSpPr/>
            <p:nvPr/>
          </p:nvGrpSpPr>
          <p:grpSpPr>
            <a:xfrm>
              <a:off x="912812" y="2921000"/>
              <a:ext cx="1752600" cy="228600"/>
              <a:chOff x="912812" y="1143000"/>
              <a:chExt cx="1752600" cy="228600"/>
            </a:xfrm>
          </p:grpSpPr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22FC57AE-1BFC-CB4D-B505-951E207037AF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79" name="Rounded Rectangle 78">
                <a:extLst>
                  <a:ext uri="{FF2B5EF4-FFF2-40B4-BE49-F238E27FC236}">
                    <a16:creationId xmlns:a16="http://schemas.microsoft.com/office/drawing/2014/main" id="{0BA202EB-4C08-0944-AFF2-5645C36FB625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80" name="Rounded Rectangle 79">
                <a:extLst>
                  <a:ext uri="{FF2B5EF4-FFF2-40B4-BE49-F238E27FC236}">
                    <a16:creationId xmlns:a16="http://schemas.microsoft.com/office/drawing/2014/main" id="{20556CEC-05E2-904B-9894-C63BB08C172B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FA223FC-F439-1B4E-9E0B-3E26F175F340}"/>
              </a:ext>
            </a:extLst>
          </p:cNvPr>
          <p:cNvGrpSpPr/>
          <p:nvPr/>
        </p:nvGrpSpPr>
        <p:grpSpPr>
          <a:xfrm>
            <a:off x="7600950" y="1524000"/>
            <a:ext cx="1752600" cy="2160954"/>
            <a:chOff x="912812" y="1143000"/>
            <a:chExt cx="1752600" cy="2006600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B4D48CB4-3BBC-5441-90E4-CCC038D8AD3E}"/>
                </a:ext>
              </a:extLst>
            </p:cNvPr>
            <p:cNvGrpSpPr/>
            <p:nvPr/>
          </p:nvGrpSpPr>
          <p:grpSpPr>
            <a:xfrm>
              <a:off x="912812" y="1143000"/>
              <a:ext cx="1752600" cy="228600"/>
              <a:chOff x="912812" y="1143000"/>
              <a:chExt cx="1752600" cy="228600"/>
            </a:xfrm>
          </p:grpSpPr>
          <p:sp>
            <p:nvSpPr>
              <p:cNvPr id="127" name="Rounded Rectangle 126">
                <a:extLst>
                  <a:ext uri="{FF2B5EF4-FFF2-40B4-BE49-F238E27FC236}">
                    <a16:creationId xmlns:a16="http://schemas.microsoft.com/office/drawing/2014/main" id="{9F77F7B4-07DC-0B41-9659-72935F28256E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42E39427-D0EC-054A-A4C2-654790C10ECA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29" name="Rounded Rectangle 128">
                <a:extLst>
                  <a:ext uri="{FF2B5EF4-FFF2-40B4-BE49-F238E27FC236}">
                    <a16:creationId xmlns:a16="http://schemas.microsoft.com/office/drawing/2014/main" id="{912C9D7C-1CEC-894F-8027-AE85D0BDD20A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E729CA83-FAC3-E24E-B86F-B65CFC9F4B42}"/>
                </a:ext>
              </a:extLst>
            </p:cNvPr>
            <p:cNvGrpSpPr/>
            <p:nvPr/>
          </p:nvGrpSpPr>
          <p:grpSpPr>
            <a:xfrm>
              <a:off x="912812" y="1439333"/>
              <a:ext cx="1752600" cy="228600"/>
              <a:chOff x="912812" y="1143000"/>
              <a:chExt cx="1752600" cy="228600"/>
            </a:xfrm>
          </p:grpSpPr>
          <p:sp>
            <p:nvSpPr>
              <p:cNvPr id="124" name="Rounded Rectangle 123">
                <a:extLst>
                  <a:ext uri="{FF2B5EF4-FFF2-40B4-BE49-F238E27FC236}">
                    <a16:creationId xmlns:a16="http://schemas.microsoft.com/office/drawing/2014/main" id="{0DD19A31-30C3-7D42-80D0-B7126F3FB59C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25" name="Rounded Rectangle 124">
                <a:extLst>
                  <a:ext uri="{FF2B5EF4-FFF2-40B4-BE49-F238E27FC236}">
                    <a16:creationId xmlns:a16="http://schemas.microsoft.com/office/drawing/2014/main" id="{1A1DD053-D463-3143-B03C-2104046979B2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333E6DB1-E8E8-7F47-A9C3-D049FB3FA48B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22FD3BF-B12B-004F-832E-95F4663672F5}"/>
                </a:ext>
              </a:extLst>
            </p:cNvPr>
            <p:cNvGrpSpPr/>
            <p:nvPr/>
          </p:nvGrpSpPr>
          <p:grpSpPr>
            <a:xfrm>
              <a:off x="912812" y="1735666"/>
              <a:ext cx="1752600" cy="228600"/>
              <a:chOff x="912812" y="1143000"/>
              <a:chExt cx="1752600" cy="228600"/>
            </a:xfrm>
          </p:grpSpPr>
          <p:sp>
            <p:nvSpPr>
              <p:cNvPr id="121" name="Rounded Rectangle 120">
                <a:extLst>
                  <a:ext uri="{FF2B5EF4-FFF2-40B4-BE49-F238E27FC236}">
                    <a16:creationId xmlns:a16="http://schemas.microsoft.com/office/drawing/2014/main" id="{C48B41ED-27D0-F24E-87C1-814D132D6344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22" name="Rounded Rectangle 121">
                <a:extLst>
                  <a:ext uri="{FF2B5EF4-FFF2-40B4-BE49-F238E27FC236}">
                    <a16:creationId xmlns:a16="http://schemas.microsoft.com/office/drawing/2014/main" id="{E841DBA0-39B0-A94F-91DC-58DEA8615A1C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23" name="Rounded Rectangle 122">
                <a:extLst>
                  <a:ext uri="{FF2B5EF4-FFF2-40B4-BE49-F238E27FC236}">
                    <a16:creationId xmlns:a16="http://schemas.microsoft.com/office/drawing/2014/main" id="{331A3AF3-EAD5-1947-BA2C-EFC102C15311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3D94A711-7E65-6241-8093-91C70C857C24}"/>
                </a:ext>
              </a:extLst>
            </p:cNvPr>
            <p:cNvGrpSpPr/>
            <p:nvPr/>
          </p:nvGrpSpPr>
          <p:grpSpPr>
            <a:xfrm>
              <a:off x="912812" y="2031999"/>
              <a:ext cx="1752600" cy="228600"/>
              <a:chOff x="912812" y="1143000"/>
              <a:chExt cx="1752600" cy="228600"/>
            </a:xfrm>
          </p:grpSpPr>
          <p:sp>
            <p:nvSpPr>
              <p:cNvPr id="118" name="Rounded Rectangle 117">
                <a:extLst>
                  <a:ext uri="{FF2B5EF4-FFF2-40B4-BE49-F238E27FC236}">
                    <a16:creationId xmlns:a16="http://schemas.microsoft.com/office/drawing/2014/main" id="{04B724A4-83CF-1F40-A5CE-7149CE996B54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19" name="Rounded Rectangle 118">
                <a:extLst>
                  <a:ext uri="{FF2B5EF4-FFF2-40B4-BE49-F238E27FC236}">
                    <a16:creationId xmlns:a16="http://schemas.microsoft.com/office/drawing/2014/main" id="{B0A53F41-A0F7-2B46-9BA9-55B0E0CF13AB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20" name="Rounded Rectangle 119">
                <a:extLst>
                  <a:ext uri="{FF2B5EF4-FFF2-40B4-BE49-F238E27FC236}">
                    <a16:creationId xmlns:a16="http://schemas.microsoft.com/office/drawing/2014/main" id="{675DC866-A9C4-0543-845D-1B305CE89010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66FC013-E4A1-7344-BB97-18B366C08024}"/>
                </a:ext>
              </a:extLst>
            </p:cNvPr>
            <p:cNvGrpSpPr/>
            <p:nvPr/>
          </p:nvGrpSpPr>
          <p:grpSpPr>
            <a:xfrm>
              <a:off x="912812" y="2328332"/>
              <a:ext cx="1752600" cy="228600"/>
              <a:chOff x="912812" y="1143000"/>
              <a:chExt cx="1752600" cy="228600"/>
            </a:xfrm>
          </p:grpSpPr>
          <p:sp>
            <p:nvSpPr>
              <p:cNvPr id="115" name="Rounded Rectangle 114">
                <a:extLst>
                  <a:ext uri="{FF2B5EF4-FFF2-40B4-BE49-F238E27FC236}">
                    <a16:creationId xmlns:a16="http://schemas.microsoft.com/office/drawing/2014/main" id="{CBCC5716-A93A-2544-B67F-CA71255AC91F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16" name="Rounded Rectangle 115">
                <a:extLst>
                  <a:ext uri="{FF2B5EF4-FFF2-40B4-BE49-F238E27FC236}">
                    <a16:creationId xmlns:a16="http://schemas.microsoft.com/office/drawing/2014/main" id="{8CC09233-3C5B-D44C-A829-9FC9A05B0BC1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F9EF5650-742E-B44C-B217-2A942BE3380C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A2E84C5A-86B5-7B41-85A7-8C89BB05BE40}"/>
                </a:ext>
              </a:extLst>
            </p:cNvPr>
            <p:cNvGrpSpPr/>
            <p:nvPr/>
          </p:nvGrpSpPr>
          <p:grpSpPr>
            <a:xfrm>
              <a:off x="912812" y="2624665"/>
              <a:ext cx="1752600" cy="228600"/>
              <a:chOff x="912812" y="1143000"/>
              <a:chExt cx="1752600" cy="228600"/>
            </a:xfrm>
          </p:grpSpPr>
          <p:sp>
            <p:nvSpPr>
              <p:cNvPr id="112" name="Rounded Rectangle 111">
                <a:extLst>
                  <a:ext uri="{FF2B5EF4-FFF2-40B4-BE49-F238E27FC236}">
                    <a16:creationId xmlns:a16="http://schemas.microsoft.com/office/drawing/2014/main" id="{9B0E9F0F-AEB5-2E4B-B87C-C96471ED8D5E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13" name="Rounded Rectangle 112">
                <a:extLst>
                  <a:ext uri="{FF2B5EF4-FFF2-40B4-BE49-F238E27FC236}">
                    <a16:creationId xmlns:a16="http://schemas.microsoft.com/office/drawing/2014/main" id="{1218781E-B111-E44D-8C42-0ABB8BCFF488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14" name="Rounded Rectangle 113">
                <a:extLst>
                  <a:ext uri="{FF2B5EF4-FFF2-40B4-BE49-F238E27FC236}">
                    <a16:creationId xmlns:a16="http://schemas.microsoft.com/office/drawing/2014/main" id="{C1742B27-2F0B-4042-B19D-C3EAA2BF8BCF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214C7342-9B5F-9F42-8E9E-1849B3210151}"/>
                </a:ext>
              </a:extLst>
            </p:cNvPr>
            <p:cNvGrpSpPr/>
            <p:nvPr/>
          </p:nvGrpSpPr>
          <p:grpSpPr>
            <a:xfrm>
              <a:off x="912812" y="2921000"/>
              <a:ext cx="1752600" cy="228600"/>
              <a:chOff x="912812" y="1143000"/>
              <a:chExt cx="1752600" cy="228600"/>
            </a:xfrm>
          </p:grpSpPr>
          <p:sp>
            <p:nvSpPr>
              <p:cNvPr id="109" name="Rounded Rectangle 108">
                <a:extLst>
                  <a:ext uri="{FF2B5EF4-FFF2-40B4-BE49-F238E27FC236}">
                    <a16:creationId xmlns:a16="http://schemas.microsoft.com/office/drawing/2014/main" id="{25DB79CA-98DD-7943-A1A8-E695785C9988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10" name="Rounded Rectangle 109">
                <a:extLst>
                  <a:ext uri="{FF2B5EF4-FFF2-40B4-BE49-F238E27FC236}">
                    <a16:creationId xmlns:a16="http://schemas.microsoft.com/office/drawing/2014/main" id="{39225EA2-6313-D240-A05D-7165D126F869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latin typeface="+mj-lt"/>
                </a:endParaRPr>
              </a:p>
            </p:txBody>
          </p:sp>
          <p:sp>
            <p:nvSpPr>
              <p:cNvPr id="111" name="Rounded Rectangle 110">
                <a:extLst>
                  <a:ext uri="{FF2B5EF4-FFF2-40B4-BE49-F238E27FC236}">
                    <a16:creationId xmlns:a16="http://schemas.microsoft.com/office/drawing/2014/main" id="{87212697-8ECF-2E4F-B009-E7851555CD2E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91E7570-2F1B-E74B-B98F-8BC23AF46E38}"/>
              </a:ext>
            </a:extLst>
          </p:cNvPr>
          <p:cNvGrpSpPr/>
          <p:nvPr/>
        </p:nvGrpSpPr>
        <p:grpSpPr>
          <a:xfrm>
            <a:off x="9982200" y="1524000"/>
            <a:ext cx="1752600" cy="2160954"/>
            <a:chOff x="912812" y="1143000"/>
            <a:chExt cx="1752600" cy="2006600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BDBEE17D-0E4B-F547-80DC-39B29D667902}"/>
                </a:ext>
              </a:extLst>
            </p:cNvPr>
            <p:cNvGrpSpPr/>
            <p:nvPr/>
          </p:nvGrpSpPr>
          <p:grpSpPr>
            <a:xfrm>
              <a:off x="912812" y="1143000"/>
              <a:ext cx="1752600" cy="228600"/>
              <a:chOff x="912812" y="1143000"/>
              <a:chExt cx="1752600" cy="228600"/>
            </a:xfrm>
          </p:grpSpPr>
          <p:sp>
            <p:nvSpPr>
              <p:cNvPr id="158" name="Rounded Rectangle 157">
                <a:extLst>
                  <a:ext uri="{FF2B5EF4-FFF2-40B4-BE49-F238E27FC236}">
                    <a16:creationId xmlns:a16="http://schemas.microsoft.com/office/drawing/2014/main" id="{E1E40B07-7D21-BA4D-BBAF-7497661BAD8E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59" name="Rounded Rectangle 158">
                <a:extLst>
                  <a:ext uri="{FF2B5EF4-FFF2-40B4-BE49-F238E27FC236}">
                    <a16:creationId xmlns:a16="http://schemas.microsoft.com/office/drawing/2014/main" id="{DED0853E-0211-9F44-B965-A023A42729F1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01BE8160-1992-7647-A7D9-3613E3CE52B2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489D9B03-3D4E-A74F-B77E-30A3A5697987}"/>
                </a:ext>
              </a:extLst>
            </p:cNvPr>
            <p:cNvGrpSpPr/>
            <p:nvPr/>
          </p:nvGrpSpPr>
          <p:grpSpPr>
            <a:xfrm>
              <a:off x="912812" y="1439333"/>
              <a:ext cx="1752600" cy="228600"/>
              <a:chOff x="912812" y="1143000"/>
              <a:chExt cx="1752600" cy="228600"/>
            </a:xfrm>
          </p:grpSpPr>
          <p:sp>
            <p:nvSpPr>
              <p:cNvPr id="155" name="Rounded Rectangle 154">
                <a:extLst>
                  <a:ext uri="{FF2B5EF4-FFF2-40B4-BE49-F238E27FC236}">
                    <a16:creationId xmlns:a16="http://schemas.microsoft.com/office/drawing/2014/main" id="{13ABD7AD-63D8-404A-B638-EE6A04CE9CF9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  <p:sp>
            <p:nvSpPr>
              <p:cNvPr id="156" name="Rounded Rectangle 155">
                <a:extLst>
                  <a:ext uri="{FF2B5EF4-FFF2-40B4-BE49-F238E27FC236}">
                    <a16:creationId xmlns:a16="http://schemas.microsoft.com/office/drawing/2014/main" id="{C3F20836-0D75-7145-9998-C9406260E68A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  <p:sp>
            <p:nvSpPr>
              <p:cNvPr id="157" name="Rounded Rectangle 156">
                <a:extLst>
                  <a:ext uri="{FF2B5EF4-FFF2-40B4-BE49-F238E27FC236}">
                    <a16:creationId xmlns:a16="http://schemas.microsoft.com/office/drawing/2014/main" id="{4F15EDF8-96B8-C448-A2CF-541C40A2AE01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rgbClr val="C2C2C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D16223AF-3866-CD41-8665-C66B549F7A76}"/>
                </a:ext>
              </a:extLst>
            </p:cNvPr>
            <p:cNvGrpSpPr/>
            <p:nvPr/>
          </p:nvGrpSpPr>
          <p:grpSpPr>
            <a:xfrm>
              <a:off x="912812" y="1735666"/>
              <a:ext cx="1752600" cy="228600"/>
              <a:chOff x="912812" y="1143000"/>
              <a:chExt cx="1752600" cy="228600"/>
            </a:xfrm>
          </p:grpSpPr>
          <p:sp>
            <p:nvSpPr>
              <p:cNvPr id="152" name="Rounded Rectangle 151">
                <a:extLst>
                  <a:ext uri="{FF2B5EF4-FFF2-40B4-BE49-F238E27FC236}">
                    <a16:creationId xmlns:a16="http://schemas.microsoft.com/office/drawing/2014/main" id="{BC76074C-6983-CB44-B6D0-22879B1751BB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DAD6EA60-E70C-9248-A39E-942BF412C79F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  <p:sp>
            <p:nvSpPr>
              <p:cNvPr id="154" name="Rounded Rectangle 153">
                <a:extLst>
                  <a:ext uri="{FF2B5EF4-FFF2-40B4-BE49-F238E27FC236}">
                    <a16:creationId xmlns:a16="http://schemas.microsoft.com/office/drawing/2014/main" id="{ED95C5D3-B6B4-1649-85DF-6658BE40CD13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87249BAE-34F8-2644-921F-B4FF2C6E69FF}"/>
                </a:ext>
              </a:extLst>
            </p:cNvPr>
            <p:cNvGrpSpPr/>
            <p:nvPr/>
          </p:nvGrpSpPr>
          <p:grpSpPr>
            <a:xfrm>
              <a:off x="912812" y="2031999"/>
              <a:ext cx="1752600" cy="228600"/>
              <a:chOff x="912812" y="1143000"/>
              <a:chExt cx="1752600" cy="228600"/>
            </a:xfrm>
          </p:grpSpPr>
          <p:sp>
            <p:nvSpPr>
              <p:cNvPr id="149" name="Rounded Rectangle 148">
                <a:extLst>
                  <a:ext uri="{FF2B5EF4-FFF2-40B4-BE49-F238E27FC236}">
                    <a16:creationId xmlns:a16="http://schemas.microsoft.com/office/drawing/2014/main" id="{B968B7D1-C502-6A49-BCF9-A21EC87B5F97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  <p:sp>
            <p:nvSpPr>
              <p:cNvPr id="150" name="Rounded Rectangle 149">
                <a:extLst>
                  <a:ext uri="{FF2B5EF4-FFF2-40B4-BE49-F238E27FC236}">
                    <a16:creationId xmlns:a16="http://schemas.microsoft.com/office/drawing/2014/main" id="{B740E695-80F2-CB4A-BD32-0BBCF8E87C92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  <p:sp>
            <p:nvSpPr>
              <p:cNvPr id="151" name="Rounded Rectangle 150">
                <a:extLst>
                  <a:ext uri="{FF2B5EF4-FFF2-40B4-BE49-F238E27FC236}">
                    <a16:creationId xmlns:a16="http://schemas.microsoft.com/office/drawing/2014/main" id="{A4034144-58C9-D946-9D64-E40C9F40F253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7430CDA8-4C98-BC42-9882-0530B580C559}"/>
                </a:ext>
              </a:extLst>
            </p:cNvPr>
            <p:cNvGrpSpPr/>
            <p:nvPr/>
          </p:nvGrpSpPr>
          <p:grpSpPr>
            <a:xfrm>
              <a:off x="912812" y="2328332"/>
              <a:ext cx="1752600" cy="228600"/>
              <a:chOff x="912812" y="1143000"/>
              <a:chExt cx="1752600" cy="228600"/>
            </a:xfrm>
          </p:grpSpPr>
          <p:sp>
            <p:nvSpPr>
              <p:cNvPr id="146" name="Rounded Rectangle 145">
                <a:extLst>
                  <a:ext uri="{FF2B5EF4-FFF2-40B4-BE49-F238E27FC236}">
                    <a16:creationId xmlns:a16="http://schemas.microsoft.com/office/drawing/2014/main" id="{E9BEC863-458A-FC44-ADAC-AC5218C2904E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  <p:sp>
            <p:nvSpPr>
              <p:cNvPr id="147" name="Rounded Rectangle 146">
                <a:extLst>
                  <a:ext uri="{FF2B5EF4-FFF2-40B4-BE49-F238E27FC236}">
                    <a16:creationId xmlns:a16="http://schemas.microsoft.com/office/drawing/2014/main" id="{4B96DEDC-F1D3-9047-AAED-503EC04993BA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  <p:sp>
            <p:nvSpPr>
              <p:cNvPr id="148" name="Rounded Rectangle 147">
                <a:extLst>
                  <a:ext uri="{FF2B5EF4-FFF2-40B4-BE49-F238E27FC236}">
                    <a16:creationId xmlns:a16="http://schemas.microsoft.com/office/drawing/2014/main" id="{89C43187-4DCE-0443-B5DF-0EDF729A98C1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005F532E-A19E-084F-9757-DD62AF610119}"/>
                </a:ext>
              </a:extLst>
            </p:cNvPr>
            <p:cNvGrpSpPr/>
            <p:nvPr/>
          </p:nvGrpSpPr>
          <p:grpSpPr>
            <a:xfrm>
              <a:off x="912812" y="2624665"/>
              <a:ext cx="1752600" cy="228600"/>
              <a:chOff x="912812" y="1143000"/>
              <a:chExt cx="1752600" cy="228600"/>
            </a:xfrm>
          </p:grpSpPr>
          <p:sp>
            <p:nvSpPr>
              <p:cNvPr id="143" name="Rounded Rectangle 142">
                <a:extLst>
                  <a:ext uri="{FF2B5EF4-FFF2-40B4-BE49-F238E27FC236}">
                    <a16:creationId xmlns:a16="http://schemas.microsoft.com/office/drawing/2014/main" id="{0E9F5F05-FFFA-5F4A-B1AA-46867B479369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  <p:sp>
            <p:nvSpPr>
              <p:cNvPr id="144" name="Rounded Rectangle 143">
                <a:extLst>
                  <a:ext uri="{FF2B5EF4-FFF2-40B4-BE49-F238E27FC236}">
                    <a16:creationId xmlns:a16="http://schemas.microsoft.com/office/drawing/2014/main" id="{524FAEAD-E947-174E-93C1-570EFEF8C5B0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  <p:sp>
            <p:nvSpPr>
              <p:cNvPr id="145" name="Rounded Rectangle 144">
                <a:extLst>
                  <a:ext uri="{FF2B5EF4-FFF2-40B4-BE49-F238E27FC236}">
                    <a16:creationId xmlns:a16="http://schemas.microsoft.com/office/drawing/2014/main" id="{02D39EFE-3455-6F4E-87E7-036A873E5942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9B4FF145-370C-064D-819A-1FAD09BF5A89}"/>
                </a:ext>
              </a:extLst>
            </p:cNvPr>
            <p:cNvGrpSpPr/>
            <p:nvPr/>
          </p:nvGrpSpPr>
          <p:grpSpPr>
            <a:xfrm>
              <a:off x="912812" y="2921000"/>
              <a:ext cx="1752600" cy="228600"/>
              <a:chOff x="912812" y="1143000"/>
              <a:chExt cx="1752600" cy="228600"/>
            </a:xfrm>
          </p:grpSpPr>
          <p:sp>
            <p:nvSpPr>
              <p:cNvPr id="140" name="Rounded Rectangle 139">
                <a:extLst>
                  <a:ext uri="{FF2B5EF4-FFF2-40B4-BE49-F238E27FC236}">
                    <a16:creationId xmlns:a16="http://schemas.microsoft.com/office/drawing/2014/main" id="{5FF904F4-1DCD-5840-BE5D-38A81B469846}"/>
                  </a:ext>
                </a:extLst>
              </p:cNvPr>
              <p:cNvSpPr/>
              <p:nvPr/>
            </p:nvSpPr>
            <p:spPr>
              <a:xfrm>
                <a:off x="9128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  <p:sp>
            <p:nvSpPr>
              <p:cNvPr id="141" name="Rounded Rectangle 140">
                <a:extLst>
                  <a:ext uri="{FF2B5EF4-FFF2-40B4-BE49-F238E27FC236}">
                    <a16:creationId xmlns:a16="http://schemas.microsoft.com/office/drawing/2014/main" id="{24D90B50-0B80-4E41-AB58-7DA70FFB8E9E}"/>
                  </a:ext>
                </a:extLst>
              </p:cNvPr>
              <p:cNvSpPr/>
              <p:nvPr/>
            </p:nvSpPr>
            <p:spPr>
              <a:xfrm>
                <a:off x="15224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  <p:sp>
            <p:nvSpPr>
              <p:cNvPr id="142" name="Rounded Rectangle 141">
                <a:extLst>
                  <a:ext uri="{FF2B5EF4-FFF2-40B4-BE49-F238E27FC236}">
                    <a16:creationId xmlns:a16="http://schemas.microsoft.com/office/drawing/2014/main" id="{C3882107-92E6-9247-A502-82E0BBE0A300}"/>
                  </a:ext>
                </a:extLst>
              </p:cNvPr>
              <p:cNvSpPr/>
              <p:nvPr/>
            </p:nvSpPr>
            <p:spPr>
              <a:xfrm>
                <a:off x="2132012" y="1143000"/>
                <a:ext cx="533400" cy="2286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>
                  <a:latin typeface="+mj-lt"/>
                </a:endParaRPr>
              </a:p>
            </p:txBody>
          </p:sp>
        </p:grpSp>
      </p:grpSp>
      <p:sp>
        <p:nvSpPr>
          <p:cNvPr id="161" name="Title 160">
            <a:extLst>
              <a:ext uri="{FF2B5EF4-FFF2-40B4-BE49-F238E27FC236}">
                <a16:creationId xmlns:a16="http://schemas.microsoft.com/office/drawing/2014/main" id="{1ABF9962-8979-374A-9E14-DBE1FAF4C0B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57201"/>
            <a:ext cx="10515600" cy="685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4" name="Text Placeholder 162">
            <a:extLst>
              <a:ext uri="{FF2B5EF4-FFF2-40B4-BE49-F238E27FC236}">
                <a16:creationId xmlns:a16="http://schemas.microsoft.com/office/drawing/2014/main" id="{8BD1F6E5-E666-8448-A61C-8D93C959B0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4706815"/>
            <a:ext cx="1752600" cy="11255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162">
            <a:extLst>
              <a:ext uri="{FF2B5EF4-FFF2-40B4-BE49-F238E27FC236}">
                <a16:creationId xmlns:a16="http://schemas.microsoft.com/office/drawing/2014/main" id="{79461DAD-6BDB-FE4A-9680-1D022C8E77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852798"/>
            <a:ext cx="1752600" cy="7895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70%</a:t>
            </a:r>
          </a:p>
        </p:txBody>
      </p:sp>
      <p:sp>
        <p:nvSpPr>
          <p:cNvPr id="166" name="Text Placeholder 162">
            <a:extLst>
              <a:ext uri="{FF2B5EF4-FFF2-40B4-BE49-F238E27FC236}">
                <a16:creationId xmlns:a16="http://schemas.microsoft.com/office/drawing/2014/main" id="{14335D62-AC28-5C49-8D2C-5999E7FA78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43348" y="4706815"/>
            <a:ext cx="1752600" cy="11255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7" name="Text Placeholder 162">
            <a:extLst>
              <a:ext uri="{FF2B5EF4-FFF2-40B4-BE49-F238E27FC236}">
                <a16:creationId xmlns:a16="http://schemas.microsoft.com/office/drawing/2014/main" id="{CD1814E3-8FAA-3147-B486-B3136A9740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3348" y="3852798"/>
            <a:ext cx="1752600" cy="7895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30%</a:t>
            </a:r>
          </a:p>
        </p:txBody>
      </p:sp>
      <p:sp>
        <p:nvSpPr>
          <p:cNvPr id="168" name="Text Placeholder 162">
            <a:extLst>
              <a:ext uri="{FF2B5EF4-FFF2-40B4-BE49-F238E27FC236}">
                <a16:creationId xmlns:a16="http://schemas.microsoft.com/office/drawing/2014/main" id="{DDEDCEB9-5C06-1440-8D7F-371EFF895B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12080" y="4706815"/>
            <a:ext cx="1752600" cy="11255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162">
            <a:extLst>
              <a:ext uri="{FF2B5EF4-FFF2-40B4-BE49-F238E27FC236}">
                <a16:creationId xmlns:a16="http://schemas.microsoft.com/office/drawing/2014/main" id="{68447428-8EBE-4143-A913-C75DE1A16B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12080" y="3852798"/>
            <a:ext cx="1752600" cy="7895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65%</a:t>
            </a:r>
          </a:p>
        </p:txBody>
      </p:sp>
      <p:sp>
        <p:nvSpPr>
          <p:cNvPr id="170" name="Text Placeholder 162">
            <a:extLst>
              <a:ext uri="{FF2B5EF4-FFF2-40B4-BE49-F238E27FC236}">
                <a16:creationId xmlns:a16="http://schemas.microsoft.com/office/drawing/2014/main" id="{7F4010E1-B0CD-C443-BB29-6957C658D13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84377" y="4706815"/>
            <a:ext cx="1752600" cy="11255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1" name="Text Placeholder 162">
            <a:extLst>
              <a:ext uri="{FF2B5EF4-FFF2-40B4-BE49-F238E27FC236}">
                <a16:creationId xmlns:a16="http://schemas.microsoft.com/office/drawing/2014/main" id="{A7748F88-B436-F245-8AA5-536EA7F61D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84377" y="3852798"/>
            <a:ext cx="1752600" cy="7895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80%</a:t>
            </a:r>
          </a:p>
        </p:txBody>
      </p:sp>
      <p:sp>
        <p:nvSpPr>
          <p:cNvPr id="172" name="Text Placeholder 162">
            <a:extLst>
              <a:ext uri="{FF2B5EF4-FFF2-40B4-BE49-F238E27FC236}">
                <a16:creationId xmlns:a16="http://schemas.microsoft.com/office/drawing/2014/main" id="{F22245D0-4DB3-6742-B8FE-5A106B1955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606936" y="4706815"/>
            <a:ext cx="1752600" cy="11255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3" name="Text Placeholder 162">
            <a:extLst>
              <a:ext uri="{FF2B5EF4-FFF2-40B4-BE49-F238E27FC236}">
                <a16:creationId xmlns:a16="http://schemas.microsoft.com/office/drawing/2014/main" id="{9FB24D9A-4987-504B-B1B8-C61C9895A0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06936" y="3852798"/>
            <a:ext cx="1752600" cy="7895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3612772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055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0C8F3-2CF1-288C-85E5-A5B7A8F2C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9619"/>
          </a:xfrm>
        </p:spPr>
        <p:txBody>
          <a:bodyPr/>
          <a:lstStyle/>
          <a:p>
            <a:r>
              <a:rPr lang="en-US" dirty="0"/>
              <a:t>                              Little endian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8E5848-594D-674B-57F6-066C7E50F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33592"/>
              </p:ext>
            </p:extLst>
          </p:nvPr>
        </p:nvGraphicFramePr>
        <p:xfrm>
          <a:off x="0" y="1505268"/>
          <a:ext cx="122166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8166">
                  <a:extLst>
                    <a:ext uri="{9D8B030D-6E8A-4147-A177-3AD203B41FA5}">
                      <a16:colId xmlns:a16="http://schemas.microsoft.com/office/drawing/2014/main" val="1286033490"/>
                    </a:ext>
                  </a:extLst>
                </a:gridCol>
                <a:gridCol w="3018166">
                  <a:extLst>
                    <a:ext uri="{9D8B030D-6E8A-4147-A177-3AD203B41FA5}">
                      <a16:colId xmlns:a16="http://schemas.microsoft.com/office/drawing/2014/main" val="2716034628"/>
                    </a:ext>
                  </a:extLst>
                </a:gridCol>
                <a:gridCol w="3018166">
                  <a:extLst>
                    <a:ext uri="{9D8B030D-6E8A-4147-A177-3AD203B41FA5}">
                      <a16:colId xmlns:a16="http://schemas.microsoft.com/office/drawing/2014/main" val="1031643017"/>
                    </a:ext>
                  </a:extLst>
                </a:gridCol>
                <a:gridCol w="3162182">
                  <a:extLst>
                    <a:ext uri="{9D8B030D-6E8A-4147-A177-3AD203B41FA5}">
                      <a16:colId xmlns:a16="http://schemas.microsoft.com/office/drawing/2014/main" val="3096939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0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82671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2C6245-9477-C37B-DA2A-DF2620713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584612"/>
              </p:ext>
            </p:extLst>
          </p:nvPr>
        </p:nvGraphicFramePr>
        <p:xfrm>
          <a:off x="0" y="2060848"/>
          <a:ext cx="29996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D6FB05-EFE5-5FFC-1454-8BCD53529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38673"/>
              </p:ext>
            </p:extLst>
          </p:nvPr>
        </p:nvGraphicFramePr>
        <p:xfrm>
          <a:off x="3042166" y="2060848"/>
          <a:ext cx="29996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F59561-5238-1C12-A5A3-2928B7921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595896"/>
              </p:ext>
            </p:extLst>
          </p:nvPr>
        </p:nvGraphicFramePr>
        <p:xfrm>
          <a:off x="6070743" y="2053601"/>
          <a:ext cx="303886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08F7F5-A07E-F32F-3138-CB8EA9DE5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688030"/>
              </p:ext>
            </p:extLst>
          </p:nvPr>
        </p:nvGraphicFramePr>
        <p:xfrm>
          <a:off x="9133340" y="2053601"/>
          <a:ext cx="303493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769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59213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9109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DE47D00-45BE-014C-A997-392F4B772C5F}"/>
              </a:ext>
            </a:extLst>
          </p:cNvPr>
          <p:cNvSpPr txBox="1"/>
          <p:nvPr/>
        </p:nvSpPr>
        <p:spPr>
          <a:xfrm>
            <a:off x="18089" y="2616428"/>
            <a:ext cx="29815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Signal 1 </a:t>
            </a:r>
          </a:p>
          <a:p>
            <a:r>
              <a:rPr lang="en-US" dirty="0"/>
              <a:t>     Length   : 4 bits</a:t>
            </a:r>
          </a:p>
          <a:p>
            <a:r>
              <a:rPr lang="en-US" dirty="0"/>
              <a:t>     Max Val : 15 decimal</a:t>
            </a:r>
          </a:p>
          <a:p>
            <a:r>
              <a:rPr lang="en-US" dirty="0"/>
              <a:t>     Start bit : 0 </a:t>
            </a:r>
          </a:p>
          <a:p>
            <a:r>
              <a:rPr lang="en-US" dirty="0"/>
              <a:t>     Byte : 0</a:t>
            </a:r>
          </a:p>
          <a:p>
            <a:r>
              <a:rPr lang="en-US" dirty="0"/>
              <a:t>     Stop bit : 3 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54CE54-3CA8-8F98-6213-4CE6E02F8D85}"/>
              </a:ext>
            </a:extLst>
          </p:cNvPr>
          <p:cNvSpPr txBox="1"/>
          <p:nvPr/>
        </p:nvSpPr>
        <p:spPr>
          <a:xfrm>
            <a:off x="2999656" y="2551837"/>
            <a:ext cx="29815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Signal 2 </a:t>
            </a:r>
          </a:p>
          <a:p>
            <a:r>
              <a:rPr lang="en-US" dirty="0"/>
              <a:t>     Length   : 5 bits</a:t>
            </a:r>
          </a:p>
          <a:p>
            <a:r>
              <a:rPr lang="en-US" dirty="0"/>
              <a:t>     Max Val : 31 decimal</a:t>
            </a:r>
          </a:p>
          <a:p>
            <a:r>
              <a:rPr lang="en-US" dirty="0"/>
              <a:t>     Start bit : 0 </a:t>
            </a:r>
          </a:p>
          <a:p>
            <a:r>
              <a:rPr lang="en-US" dirty="0"/>
              <a:t>     Byte : 1</a:t>
            </a:r>
          </a:p>
          <a:p>
            <a:r>
              <a:rPr lang="en-US" dirty="0"/>
              <a:t>     Stop bit : 4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089149-7BB2-10F6-DFE3-2CFCA444C4AC}"/>
              </a:ext>
            </a:extLst>
          </p:cNvPr>
          <p:cNvSpPr txBox="1"/>
          <p:nvPr/>
        </p:nvSpPr>
        <p:spPr>
          <a:xfrm>
            <a:off x="6210779" y="2551837"/>
            <a:ext cx="29815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Signal 3 </a:t>
            </a:r>
          </a:p>
          <a:p>
            <a:r>
              <a:rPr lang="en-US" dirty="0"/>
              <a:t>     Length   : 2 bits</a:t>
            </a:r>
          </a:p>
          <a:p>
            <a:r>
              <a:rPr lang="en-US" dirty="0"/>
              <a:t>     Max Val : 3 decimal</a:t>
            </a:r>
          </a:p>
          <a:p>
            <a:r>
              <a:rPr lang="en-US" dirty="0"/>
              <a:t>     Start bit : 0 </a:t>
            </a:r>
          </a:p>
          <a:p>
            <a:r>
              <a:rPr lang="en-US" dirty="0"/>
              <a:t>     Byte : 2</a:t>
            </a:r>
          </a:p>
          <a:p>
            <a:r>
              <a:rPr lang="en-US" dirty="0"/>
              <a:t>     Stop bit : 1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C323F9-8BB6-C1E4-983A-B8D60DA533C4}"/>
              </a:ext>
            </a:extLst>
          </p:cNvPr>
          <p:cNvSpPr txBox="1"/>
          <p:nvPr/>
        </p:nvSpPr>
        <p:spPr>
          <a:xfrm>
            <a:off x="9109604" y="2551837"/>
            <a:ext cx="29815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Signal 4 </a:t>
            </a:r>
          </a:p>
          <a:p>
            <a:r>
              <a:rPr lang="en-US" dirty="0"/>
              <a:t>     Length   : 6 bits</a:t>
            </a:r>
          </a:p>
          <a:p>
            <a:r>
              <a:rPr lang="en-US" dirty="0"/>
              <a:t>     Max Val : 63 decimal</a:t>
            </a:r>
          </a:p>
          <a:p>
            <a:r>
              <a:rPr lang="en-US" dirty="0"/>
              <a:t>     Start bit : 0 </a:t>
            </a:r>
          </a:p>
          <a:p>
            <a:r>
              <a:rPr lang="en-US" dirty="0"/>
              <a:t>     Byte : 3</a:t>
            </a:r>
          </a:p>
          <a:p>
            <a:r>
              <a:rPr lang="en-US" dirty="0"/>
              <a:t>     Stop bit : 5 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A28024-091D-009F-7D20-022F4FD13423}"/>
              </a:ext>
            </a:extLst>
          </p:cNvPr>
          <p:cNvSpPr txBox="1"/>
          <p:nvPr/>
        </p:nvSpPr>
        <p:spPr>
          <a:xfrm>
            <a:off x="2999656" y="4659440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 2 Val : 29 decimal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F7D240-00CD-D2B8-049F-ABE30401EF65}"/>
              </a:ext>
            </a:extLst>
          </p:cNvPr>
          <p:cNvSpPr txBox="1"/>
          <p:nvPr/>
        </p:nvSpPr>
        <p:spPr>
          <a:xfrm>
            <a:off x="191344" y="4652719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 1 Val : 11 decimal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A2914A-9C72-0758-34BB-E04D00A97B2C}"/>
              </a:ext>
            </a:extLst>
          </p:cNvPr>
          <p:cNvSpPr txBox="1"/>
          <p:nvPr/>
        </p:nvSpPr>
        <p:spPr>
          <a:xfrm>
            <a:off x="5977521" y="4652719"/>
            <a:ext cx="2369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 3 Val : 2 decimal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87412E-BB3A-5566-792D-52398216AF9D}"/>
              </a:ext>
            </a:extLst>
          </p:cNvPr>
          <p:cNvSpPr txBox="1"/>
          <p:nvPr/>
        </p:nvSpPr>
        <p:spPr>
          <a:xfrm>
            <a:off x="9080583" y="4624149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 4 Val : 61 decimal 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78AECFE-C684-1913-8A65-7A0395A89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171319"/>
              </p:ext>
            </p:extLst>
          </p:nvPr>
        </p:nvGraphicFramePr>
        <p:xfrm>
          <a:off x="2758314" y="6307455"/>
          <a:ext cx="55924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117">
                  <a:extLst>
                    <a:ext uri="{9D8B030D-6E8A-4147-A177-3AD203B41FA5}">
                      <a16:colId xmlns:a16="http://schemas.microsoft.com/office/drawing/2014/main" val="409298489"/>
                    </a:ext>
                  </a:extLst>
                </a:gridCol>
                <a:gridCol w="1114783">
                  <a:extLst>
                    <a:ext uri="{9D8B030D-6E8A-4147-A177-3AD203B41FA5}">
                      <a16:colId xmlns:a16="http://schemas.microsoft.com/office/drawing/2014/main" val="977240941"/>
                    </a:ext>
                  </a:extLst>
                </a:gridCol>
                <a:gridCol w="1681451">
                  <a:extLst>
                    <a:ext uri="{9D8B030D-6E8A-4147-A177-3AD203B41FA5}">
                      <a16:colId xmlns:a16="http://schemas.microsoft.com/office/drawing/2014/main" val="1821263567"/>
                    </a:ext>
                  </a:extLst>
                </a:gridCol>
                <a:gridCol w="1398117">
                  <a:extLst>
                    <a:ext uri="{9D8B030D-6E8A-4147-A177-3AD203B41FA5}">
                      <a16:colId xmlns:a16="http://schemas.microsoft.com/office/drawing/2014/main" val="39799414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0x0B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0x1D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0x3D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2263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B92AD08-838D-4153-76D2-AFFC187CDE2D}"/>
              </a:ext>
            </a:extLst>
          </p:cNvPr>
          <p:cNvSpPr txBox="1"/>
          <p:nvPr/>
        </p:nvSpPr>
        <p:spPr>
          <a:xfrm>
            <a:off x="18089" y="5805264"/>
            <a:ext cx="8715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Values sent on the network          BYTE 0           BYTE 1              BYTE 2                  BYTE 3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4F650E-8A1E-66AF-8A55-AF9A74939C42}"/>
              </a:ext>
            </a:extLst>
          </p:cNvPr>
          <p:cNvSpPr txBox="1"/>
          <p:nvPr/>
        </p:nvSpPr>
        <p:spPr>
          <a:xfrm>
            <a:off x="57392" y="5092503"/>
            <a:ext cx="11584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signal 1 , signal 2 and signal 3 and signal 4 is fed with 11, 29, 2 and 61 values below is the data which reflects on network when it is converted into </a:t>
            </a:r>
            <a:r>
              <a:rPr lang="en-US" dirty="0">
                <a:solidFill>
                  <a:srgbClr val="0070C0"/>
                </a:solidFill>
              </a:rPr>
              <a:t>LITTLE ENDIAN</a:t>
            </a: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338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6A9D2-D5CC-BD14-F6D4-2B46B4C9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5DAA-F10A-B7DF-0141-E1C283850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53803"/>
          </a:xfrm>
        </p:spPr>
        <p:txBody>
          <a:bodyPr/>
          <a:lstStyle/>
          <a:p>
            <a:r>
              <a:rPr lang="en-US" dirty="0"/>
              <a:t>                              Big endian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9CE927-3C13-339D-BFF5-937D8C320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155251"/>
              </p:ext>
            </p:extLst>
          </p:nvPr>
        </p:nvGraphicFramePr>
        <p:xfrm>
          <a:off x="0" y="1089088"/>
          <a:ext cx="122166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8166">
                  <a:extLst>
                    <a:ext uri="{9D8B030D-6E8A-4147-A177-3AD203B41FA5}">
                      <a16:colId xmlns:a16="http://schemas.microsoft.com/office/drawing/2014/main" val="1286033490"/>
                    </a:ext>
                  </a:extLst>
                </a:gridCol>
                <a:gridCol w="3018166">
                  <a:extLst>
                    <a:ext uri="{9D8B030D-6E8A-4147-A177-3AD203B41FA5}">
                      <a16:colId xmlns:a16="http://schemas.microsoft.com/office/drawing/2014/main" val="2716034628"/>
                    </a:ext>
                  </a:extLst>
                </a:gridCol>
                <a:gridCol w="3018166">
                  <a:extLst>
                    <a:ext uri="{9D8B030D-6E8A-4147-A177-3AD203B41FA5}">
                      <a16:colId xmlns:a16="http://schemas.microsoft.com/office/drawing/2014/main" val="1031643017"/>
                    </a:ext>
                  </a:extLst>
                </a:gridCol>
                <a:gridCol w="3162182">
                  <a:extLst>
                    <a:ext uri="{9D8B030D-6E8A-4147-A177-3AD203B41FA5}">
                      <a16:colId xmlns:a16="http://schemas.microsoft.com/office/drawing/2014/main" val="3096939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0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82671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CF0C44-5473-F673-03ED-4E1A98151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803630"/>
              </p:ext>
            </p:extLst>
          </p:nvPr>
        </p:nvGraphicFramePr>
        <p:xfrm>
          <a:off x="25445" y="1592787"/>
          <a:ext cx="296685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7755AE-F6BA-3070-58B8-68DE88CD0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45425"/>
              </p:ext>
            </p:extLst>
          </p:nvPr>
        </p:nvGraphicFramePr>
        <p:xfrm>
          <a:off x="3041964" y="1596202"/>
          <a:ext cx="29996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660546-D00C-626D-643C-77470E833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676619"/>
              </p:ext>
            </p:extLst>
          </p:nvPr>
        </p:nvGraphicFramePr>
        <p:xfrm>
          <a:off x="6070743" y="1592494"/>
          <a:ext cx="303886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C759A9A-9796-1A0D-5981-C04B643CB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336369"/>
              </p:ext>
            </p:extLst>
          </p:nvPr>
        </p:nvGraphicFramePr>
        <p:xfrm>
          <a:off x="9131619" y="1580077"/>
          <a:ext cx="303493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769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59213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9109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B6F1EED-39B4-2C22-FC53-5A87BCDC8520}"/>
              </a:ext>
            </a:extLst>
          </p:cNvPr>
          <p:cNvSpPr txBox="1"/>
          <p:nvPr/>
        </p:nvSpPr>
        <p:spPr>
          <a:xfrm>
            <a:off x="18089" y="2616428"/>
            <a:ext cx="29815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Signal 1 </a:t>
            </a:r>
          </a:p>
          <a:p>
            <a:r>
              <a:rPr lang="en-US" dirty="0"/>
              <a:t>     Length   : 4 bits</a:t>
            </a:r>
          </a:p>
          <a:p>
            <a:r>
              <a:rPr lang="en-US" dirty="0"/>
              <a:t>     Max Val : 15 decimal</a:t>
            </a:r>
          </a:p>
          <a:p>
            <a:r>
              <a:rPr lang="en-US" dirty="0"/>
              <a:t>     Start bit : 4</a:t>
            </a:r>
          </a:p>
          <a:p>
            <a:r>
              <a:rPr lang="en-US" dirty="0"/>
              <a:t>     Byte : 0</a:t>
            </a:r>
          </a:p>
          <a:p>
            <a:r>
              <a:rPr lang="en-US" dirty="0"/>
              <a:t>     Stop bit : 7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76E401-4A55-5A58-7921-0776A6189A0F}"/>
              </a:ext>
            </a:extLst>
          </p:cNvPr>
          <p:cNvSpPr txBox="1"/>
          <p:nvPr/>
        </p:nvSpPr>
        <p:spPr>
          <a:xfrm>
            <a:off x="2999656" y="2551837"/>
            <a:ext cx="29815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Signal 2 </a:t>
            </a:r>
          </a:p>
          <a:p>
            <a:r>
              <a:rPr lang="en-US" dirty="0"/>
              <a:t>     Length   : 5 bits</a:t>
            </a:r>
          </a:p>
          <a:p>
            <a:r>
              <a:rPr lang="en-US" dirty="0"/>
              <a:t>     Max Val : 31 decimal</a:t>
            </a:r>
          </a:p>
          <a:p>
            <a:r>
              <a:rPr lang="en-US" dirty="0"/>
              <a:t>     Start bit : 3 </a:t>
            </a:r>
          </a:p>
          <a:p>
            <a:r>
              <a:rPr lang="en-US" dirty="0"/>
              <a:t>     Byte : 1</a:t>
            </a:r>
          </a:p>
          <a:p>
            <a:r>
              <a:rPr lang="en-US" dirty="0"/>
              <a:t>     Stop bit : 7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BCD971-2BE2-A5C2-81EC-D514394258E9}"/>
              </a:ext>
            </a:extLst>
          </p:cNvPr>
          <p:cNvSpPr txBox="1"/>
          <p:nvPr/>
        </p:nvSpPr>
        <p:spPr>
          <a:xfrm>
            <a:off x="6210779" y="2551837"/>
            <a:ext cx="29815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Signal 3 </a:t>
            </a:r>
          </a:p>
          <a:p>
            <a:r>
              <a:rPr lang="en-US" dirty="0"/>
              <a:t>     Length   : 2 bits</a:t>
            </a:r>
          </a:p>
          <a:p>
            <a:r>
              <a:rPr lang="en-US" dirty="0"/>
              <a:t>     Max Val : 3 decimal</a:t>
            </a:r>
          </a:p>
          <a:p>
            <a:r>
              <a:rPr lang="en-US" dirty="0"/>
              <a:t>     Start bit : 6</a:t>
            </a:r>
          </a:p>
          <a:p>
            <a:r>
              <a:rPr lang="en-US" dirty="0"/>
              <a:t>     Byte : 2</a:t>
            </a:r>
          </a:p>
          <a:p>
            <a:r>
              <a:rPr lang="en-US" dirty="0"/>
              <a:t>     Stop bit : 7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C15730-FA44-1727-9007-4ACA3F52E606}"/>
              </a:ext>
            </a:extLst>
          </p:cNvPr>
          <p:cNvSpPr txBox="1"/>
          <p:nvPr/>
        </p:nvSpPr>
        <p:spPr>
          <a:xfrm>
            <a:off x="9109604" y="2551837"/>
            <a:ext cx="29815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Signal 4 </a:t>
            </a:r>
          </a:p>
          <a:p>
            <a:r>
              <a:rPr lang="en-US" dirty="0"/>
              <a:t>     Length   : 6 bits</a:t>
            </a:r>
          </a:p>
          <a:p>
            <a:r>
              <a:rPr lang="en-US" dirty="0"/>
              <a:t>     Max Val : 63 decimal</a:t>
            </a:r>
          </a:p>
          <a:p>
            <a:r>
              <a:rPr lang="en-US" dirty="0"/>
              <a:t>     Start bit : 2</a:t>
            </a:r>
          </a:p>
          <a:p>
            <a:r>
              <a:rPr lang="en-US" dirty="0"/>
              <a:t>     Byte : 3</a:t>
            </a:r>
          </a:p>
          <a:p>
            <a:r>
              <a:rPr lang="en-US" dirty="0"/>
              <a:t>     Stop bit : 7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688BF8-C20B-B47E-6E29-58E466F89506}"/>
              </a:ext>
            </a:extLst>
          </p:cNvPr>
          <p:cNvSpPr txBox="1"/>
          <p:nvPr/>
        </p:nvSpPr>
        <p:spPr>
          <a:xfrm>
            <a:off x="2999656" y="4659440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 2 Val : 29 decimal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81C31A-F1BB-15D1-0072-E9280948435E}"/>
              </a:ext>
            </a:extLst>
          </p:cNvPr>
          <p:cNvSpPr txBox="1"/>
          <p:nvPr/>
        </p:nvSpPr>
        <p:spPr>
          <a:xfrm>
            <a:off x="191344" y="4652719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 1 Val : 11 decimal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F4D744-47F9-9C3E-8EE9-C2885D1B543E}"/>
              </a:ext>
            </a:extLst>
          </p:cNvPr>
          <p:cNvSpPr txBox="1"/>
          <p:nvPr/>
        </p:nvSpPr>
        <p:spPr>
          <a:xfrm>
            <a:off x="5977521" y="4652719"/>
            <a:ext cx="2369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 3 Val : 2 decimal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2B6E13-5B84-3814-6190-A0ADC1E9EE58}"/>
              </a:ext>
            </a:extLst>
          </p:cNvPr>
          <p:cNvSpPr txBox="1"/>
          <p:nvPr/>
        </p:nvSpPr>
        <p:spPr>
          <a:xfrm>
            <a:off x="9080583" y="4624149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 4 Val : 61 decimal 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C559890-6292-825C-E5E2-1257B46D9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379179"/>
              </p:ext>
            </p:extLst>
          </p:nvPr>
        </p:nvGraphicFramePr>
        <p:xfrm>
          <a:off x="2677923" y="6271141"/>
          <a:ext cx="3994142" cy="421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536">
                  <a:extLst>
                    <a:ext uri="{9D8B030D-6E8A-4147-A177-3AD203B41FA5}">
                      <a16:colId xmlns:a16="http://schemas.microsoft.com/office/drawing/2014/main" val="409298489"/>
                    </a:ext>
                  </a:extLst>
                </a:gridCol>
                <a:gridCol w="796178">
                  <a:extLst>
                    <a:ext uri="{9D8B030D-6E8A-4147-A177-3AD203B41FA5}">
                      <a16:colId xmlns:a16="http://schemas.microsoft.com/office/drawing/2014/main" val="977240941"/>
                    </a:ext>
                  </a:extLst>
                </a:gridCol>
                <a:gridCol w="915820">
                  <a:extLst>
                    <a:ext uri="{9D8B030D-6E8A-4147-A177-3AD203B41FA5}">
                      <a16:colId xmlns:a16="http://schemas.microsoft.com/office/drawing/2014/main" val="1821263567"/>
                    </a:ext>
                  </a:extLst>
                </a:gridCol>
                <a:gridCol w="1283608">
                  <a:extLst>
                    <a:ext uri="{9D8B030D-6E8A-4147-A177-3AD203B41FA5}">
                      <a16:colId xmlns:a16="http://schemas.microsoft.com/office/drawing/2014/main" val="3979941495"/>
                    </a:ext>
                  </a:extLst>
                </a:gridCol>
              </a:tblGrid>
              <a:tr h="421101"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0xB0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0xE8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0x80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0xF4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2263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0A60FFB-521F-1B9E-2D6D-3606BDC4981D}"/>
              </a:ext>
            </a:extLst>
          </p:cNvPr>
          <p:cNvSpPr txBox="1"/>
          <p:nvPr/>
        </p:nvSpPr>
        <p:spPr>
          <a:xfrm>
            <a:off x="18090" y="5837856"/>
            <a:ext cx="687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Values sent on the network   BYTE 0      BYTE 1       BYTE 2      BYTE 3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BD4140-81C3-9718-C79C-D54191B6562A}"/>
              </a:ext>
            </a:extLst>
          </p:cNvPr>
          <p:cNvSpPr txBox="1"/>
          <p:nvPr/>
        </p:nvSpPr>
        <p:spPr>
          <a:xfrm>
            <a:off x="57392" y="5092503"/>
            <a:ext cx="11584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signal 1 , signal 2 and signal 3 and signal 4 is fed with 11, 29, 2 and 61 values below is the data which reflects on network when it is converted into </a:t>
            </a:r>
            <a:r>
              <a:rPr lang="en-US" dirty="0">
                <a:solidFill>
                  <a:srgbClr val="0070C0"/>
                </a:solidFill>
              </a:rPr>
              <a:t>BIG ENDIAN</a:t>
            </a:r>
            <a:endParaRPr lang="en-IN" dirty="0">
              <a:solidFill>
                <a:srgbClr val="0070C0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343613C-E8A6-749B-49CA-0ADF461CF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657719"/>
              </p:ext>
            </p:extLst>
          </p:nvPr>
        </p:nvGraphicFramePr>
        <p:xfrm>
          <a:off x="17112" y="2129903"/>
          <a:ext cx="296685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01FDC32-DDBE-F671-6818-D2BF2BB9D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024981"/>
              </p:ext>
            </p:extLst>
          </p:nvPr>
        </p:nvGraphicFramePr>
        <p:xfrm>
          <a:off x="3082397" y="2117266"/>
          <a:ext cx="296685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08E6EC4-D6D0-DA21-FADF-EAE57FE44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087950"/>
              </p:ext>
            </p:extLst>
          </p:nvPr>
        </p:nvGraphicFramePr>
        <p:xfrm>
          <a:off x="6096001" y="2110545"/>
          <a:ext cx="30136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00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9000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9000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9000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6688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9000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9000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6866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E2AB76C-4C40-F0E3-5C84-CB58C7F2E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701668"/>
              </p:ext>
            </p:extLst>
          </p:nvPr>
        </p:nvGraphicFramePr>
        <p:xfrm>
          <a:off x="9156354" y="2081975"/>
          <a:ext cx="30028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16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8616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8616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8616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5415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8616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8616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5734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603F482-C28A-6097-1387-D3408D35A9EE}"/>
              </a:ext>
            </a:extLst>
          </p:cNvPr>
          <p:cNvSpPr txBox="1"/>
          <p:nvPr/>
        </p:nvSpPr>
        <p:spPr>
          <a:xfrm>
            <a:off x="6672065" y="5768912"/>
            <a:ext cx="55199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Above blue slots indicate network bytes and green bytes indicate signal data, signals 0</a:t>
            </a:r>
            <a:r>
              <a:rPr lang="en-US" baseline="30000" dirty="0">
                <a:highlight>
                  <a:srgbClr val="FFFF00"/>
                </a:highlight>
              </a:rPr>
              <a:t>th</a:t>
            </a:r>
            <a:r>
              <a:rPr lang="en-US" dirty="0">
                <a:highlight>
                  <a:srgbClr val="FFFF00"/>
                </a:highlight>
              </a:rPr>
              <a:t> bit sits in networks 4</a:t>
            </a:r>
            <a:r>
              <a:rPr lang="en-US" baseline="30000" dirty="0">
                <a:highlight>
                  <a:srgbClr val="FFFF00"/>
                </a:highlight>
              </a:rPr>
              <a:t>th</a:t>
            </a:r>
            <a:r>
              <a:rPr lang="en-US" dirty="0">
                <a:highlight>
                  <a:srgbClr val="FFFF00"/>
                </a:highlight>
              </a:rPr>
              <a:t> bit in first signal, in second signals 0</a:t>
            </a:r>
            <a:r>
              <a:rPr lang="en-US" baseline="30000" dirty="0">
                <a:highlight>
                  <a:srgbClr val="FFFF00"/>
                </a:highlight>
              </a:rPr>
              <a:t>th</a:t>
            </a:r>
            <a:r>
              <a:rPr lang="en-US" dirty="0">
                <a:highlight>
                  <a:srgbClr val="FFFF00"/>
                </a:highlight>
              </a:rPr>
              <a:t> sits in networks 3</a:t>
            </a:r>
            <a:r>
              <a:rPr lang="en-US" baseline="30000" dirty="0">
                <a:highlight>
                  <a:srgbClr val="FFFF00"/>
                </a:highlight>
              </a:rPr>
              <a:t>rd</a:t>
            </a:r>
            <a:r>
              <a:rPr lang="en-US" dirty="0">
                <a:highlight>
                  <a:srgbClr val="FFFF00"/>
                </a:highlight>
              </a:rPr>
              <a:t> bit.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95390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03660-8B9A-2ADB-84E5-26BD402FB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0A269-64C7-1E89-0CD7-CA689D599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85" y="7534"/>
            <a:ext cx="10515600" cy="353803"/>
          </a:xfrm>
        </p:spPr>
        <p:txBody>
          <a:bodyPr/>
          <a:lstStyle/>
          <a:p>
            <a:r>
              <a:rPr lang="en-US" dirty="0"/>
              <a:t>                              Big endian -2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3438E2-FD2A-0330-E600-13A23EE4F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884028"/>
              </p:ext>
            </p:extLst>
          </p:nvPr>
        </p:nvGraphicFramePr>
        <p:xfrm>
          <a:off x="-6953" y="693111"/>
          <a:ext cx="122166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8166">
                  <a:extLst>
                    <a:ext uri="{9D8B030D-6E8A-4147-A177-3AD203B41FA5}">
                      <a16:colId xmlns:a16="http://schemas.microsoft.com/office/drawing/2014/main" val="1286033490"/>
                    </a:ext>
                  </a:extLst>
                </a:gridCol>
                <a:gridCol w="3018166">
                  <a:extLst>
                    <a:ext uri="{9D8B030D-6E8A-4147-A177-3AD203B41FA5}">
                      <a16:colId xmlns:a16="http://schemas.microsoft.com/office/drawing/2014/main" val="2716034628"/>
                    </a:ext>
                  </a:extLst>
                </a:gridCol>
                <a:gridCol w="3018166">
                  <a:extLst>
                    <a:ext uri="{9D8B030D-6E8A-4147-A177-3AD203B41FA5}">
                      <a16:colId xmlns:a16="http://schemas.microsoft.com/office/drawing/2014/main" val="1031643017"/>
                    </a:ext>
                  </a:extLst>
                </a:gridCol>
                <a:gridCol w="3162182">
                  <a:extLst>
                    <a:ext uri="{9D8B030D-6E8A-4147-A177-3AD203B41FA5}">
                      <a16:colId xmlns:a16="http://schemas.microsoft.com/office/drawing/2014/main" val="3096939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0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82671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34ADA2-0241-B9B6-B11A-11FBFA2A7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837737"/>
              </p:ext>
            </p:extLst>
          </p:nvPr>
        </p:nvGraphicFramePr>
        <p:xfrm>
          <a:off x="-1776" y="1073345"/>
          <a:ext cx="296685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2A1473-89B8-574F-DE18-23F8C5C0A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623810"/>
              </p:ext>
            </p:extLst>
          </p:nvPr>
        </p:nvGraphicFramePr>
        <p:xfrm>
          <a:off x="3017331" y="1065786"/>
          <a:ext cx="29996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527E88-DF52-9EE0-DF2D-13BB74613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951596"/>
              </p:ext>
            </p:extLst>
          </p:nvPr>
        </p:nvGraphicFramePr>
        <p:xfrm>
          <a:off x="6024506" y="1073345"/>
          <a:ext cx="303886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662F5A-6EC9-2E90-3848-93B9B0F3C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27479"/>
              </p:ext>
            </p:extLst>
          </p:nvPr>
        </p:nvGraphicFramePr>
        <p:xfrm>
          <a:off x="9070886" y="1079637"/>
          <a:ext cx="303493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769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59213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9109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8EACC05-B736-94B2-A96D-E1FA51545216}"/>
              </a:ext>
            </a:extLst>
          </p:cNvPr>
          <p:cNvSpPr txBox="1"/>
          <p:nvPr/>
        </p:nvSpPr>
        <p:spPr>
          <a:xfrm>
            <a:off x="3549" y="3215382"/>
            <a:ext cx="29815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Signal 1 </a:t>
            </a:r>
          </a:p>
          <a:p>
            <a:r>
              <a:rPr lang="en-US" dirty="0"/>
              <a:t>     Length   : 14 bits</a:t>
            </a:r>
          </a:p>
          <a:p>
            <a:r>
              <a:rPr lang="en-US" dirty="0"/>
              <a:t>     Max Val : 16383 decimal</a:t>
            </a:r>
          </a:p>
          <a:p>
            <a:r>
              <a:rPr lang="en-US" dirty="0"/>
              <a:t>     Start Bit : 2</a:t>
            </a:r>
          </a:p>
          <a:p>
            <a:r>
              <a:rPr lang="en-US" dirty="0"/>
              <a:t>     Start Byte : 1</a:t>
            </a:r>
          </a:p>
          <a:p>
            <a:r>
              <a:rPr lang="en-US" dirty="0"/>
              <a:t>     Stop Bit : 7</a:t>
            </a:r>
          </a:p>
          <a:p>
            <a:r>
              <a:rPr lang="en-US" dirty="0"/>
              <a:t>     Stop Byte : 0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C280D-BCAF-FD15-B39E-55E5D5B749CE}"/>
              </a:ext>
            </a:extLst>
          </p:cNvPr>
          <p:cNvSpPr txBox="1"/>
          <p:nvPr/>
        </p:nvSpPr>
        <p:spPr>
          <a:xfrm>
            <a:off x="5561617" y="3200549"/>
            <a:ext cx="29815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Signal 2 </a:t>
            </a:r>
          </a:p>
          <a:p>
            <a:r>
              <a:rPr lang="en-US" dirty="0"/>
              <a:t>     Length   : 15 bits</a:t>
            </a:r>
          </a:p>
          <a:p>
            <a:r>
              <a:rPr lang="en-US" dirty="0"/>
              <a:t>     Max Val : 32767 decimal</a:t>
            </a:r>
          </a:p>
          <a:p>
            <a:r>
              <a:rPr lang="en-US" dirty="0"/>
              <a:t>     Start Bit : 3</a:t>
            </a:r>
          </a:p>
          <a:p>
            <a:r>
              <a:rPr lang="en-US" dirty="0"/>
              <a:t>     Start Byte : 3</a:t>
            </a:r>
          </a:p>
          <a:p>
            <a:r>
              <a:rPr lang="en-US" dirty="0"/>
              <a:t>     Stop Bit : 1</a:t>
            </a:r>
          </a:p>
          <a:p>
            <a:r>
              <a:rPr lang="en-US" dirty="0"/>
              <a:t>     Stop Byte : 1 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5721D9-47F5-07E5-407B-28EA7940F8D2}"/>
              </a:ext>
            </a:extLst>
          </p:cNvPr>
          <p:cNvSpPr txBox="1"/>
          <p:nvPr/>
        </p:nvSpPr>
        <p:spPr>
          <a:xfrm>
            <a:off x="4565823" y="5389352"/>
            <a:ext cx="2837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 2 Val : 32757 decimal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3C4536-A225-ACD2-DB21-A72379797B3D}"/>
              </a:ext>
            </a:extLst>
          </p:cNvPr>
          <p:cNvSpPr txBox="1"/>
          <p:nvPr/>
        </p:nvSpPr>
        <p:spPr>
          <a:xfrm>
            <a:off x="18090" y="5407984"/>
            <a:ext cx="2837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 1 Val : 13285 decimal 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0580C1C-08A2-4CC8-8F91-0E37B5450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526337"/>
              </p:ext>
            </p:extLst>
          </p:nvPr>
        </p:nvGraphicFramePr>
        <p:xfrm>
          <a:off x="2351584" y="6276132"/>
          <a:ext cx="3994142" cy="421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536">
                  <a:extLst>
                    <a:ext uri="{9D8B030D-6E8A-4147-A177-3AD203B41FA5}">
                      <a16:colId xmlns:a16="http://schemas.microsoft.com/office/drawing/2014/main" val="409298489"/>
                    </a:ext>
                  </a:extLst>
                </a:gridCol>
                <a:gridCol w="796178">
                  <a:extLst>
                    <a:ext uri="{9D8B030D-6E8A-4147-A177-3AD203B41FA5}">
                      <a16:colId xmlns:a16="http://schemas.microsoft.com/office/drawing/2014/main" val="977240941"/>
                    </a:ext>
                  </a:extLst>
                </a:gridCol>
                <a:gridCol w="915820">
                  <a:extLst>
                    <a:ext uri="{9D8B030D-6E8A-4147-A177-3AD203B41FA5}">
                      <a16:colId xmlns:a16="http://schemas.microsoft.com/office/drawing/2014/main" val="1821263567"/>
                    </a:ext>
                  </a:extLst>
                </a:gridCol>
                <a:gridCol w="1283608">
                  <a:extLst>
                    <a:ext uri="{9D8B030D-6E8A-4147-A177-3AD203B41FA5}">
                      <a16:colId xmlns:a16="http://schemas.microsoft.com/office/drawing/2014/main" val="3979941495"/>
                    </a:ext>
                  </a:extLst>
                </a:gridCol>
              </a:tblGrid>
              <a:tr h="421101"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0xCF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0x97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0xFF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0xA8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2263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13499A0-3726-0A6B-ED64-D7D8C662956C}"/>
              </a:ext>
            </a:extLst>
          </p:cNvPr>
          <p:cNvSpPr txBox="1"/>
          <p:nvPr/>
        </p:nvSpPr>
        <p:spPr>
          <a:xfrm>
            <a:off x="18090" y="5837856"/>
            <a:ext cx="687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Values sent on network   BYTE 0      BYTE 1       BYTE 2      BYTE 3</a:t>
            </a:r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ED9CAE3-5C93-9CA9-F82C-761B63D6F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121473"/>
              </p:ext>
            </p:extLst>
          </p:nvPr>
        </p:nvGraphicFramePr>
        <p:xfrm>
          <a:off x="-6953" y="1806786"/>
          <a:ext cx="296685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D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C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A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9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8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055441A-6C94-8E31-B601-2E96E0E80D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87056"/>
              </p:ext>
            </p:extLst>
          </p:nvPr>
        </p:nvGraphicFramePr>
        <p:xfrm>
          <a:off x="2983167" y="1797970"/>
          <a:ext cx="296685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251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8251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55081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8251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5081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8251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8251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5438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B5FA753-1F19-7201-527A-0A8DE946E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753841"/>
              </p:ext>
            </p:extLst>
          </p:nvPr>
        </p:nvGraphicFramePr>
        <p:xfrm>
          <a:off x="6008185" y="1779509"/>
          <a:ext cx="30136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00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9000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9000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9000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6688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9000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9000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6866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F1A2A15-4CB2-003C-50F1-3F6CCA0DE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873796"/>
              </p:ext>
            </p:extLst>
          </p:nvPr>
        </p:nvGraphicFramePr>
        <p:xfrm>
          <a:off x="9065185" y="1772575"/>
          <a:ext cx="299858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16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8616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8616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531491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8616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8616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5734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8F008D56-58B6-720D-81C1-BA4E8E53E0EF}"/>
              </a:ext>
            </a:extLst>
          </p:cNvPr>
          <p:cNvSpPr txBox="1"/>
          <p:nvPr/>
        </p:nvSpPr>
        <p:spPr>
          <a:xfrm>
            <a:off x="6345727" y="5768912"/>
            <a:ext cx="5846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Above green slots indicate network bytes and blue bytes indicate signal data, first signals 0</a:t>
            </a:r>
            <a:r>
              <a:rPr lang="en-US" baseline="30000" dirty="0">
                <a:highlight>
                  <a:srgbClr val="FFFF00"/>
                </a:highlight>
              </a:rPr>
              <a:t>th</a:t>
            </a:r>
            <a:r>
              <a:rPr lang="en-US" dirty="0">
                <a:highlight>
                  <a:srgbClr val="FFFF00"/>
                </a:highlight>
              </a:rPr>
              <a:t> bit sits in 2</a:t>
            </a:r>
            <a:r>
              <a:rPr lang="en-US" baseline="30000" dirty="0">
                <a:highlight>
                  <a:srgbClr val="FFFF00"/>
                </a:highlight>
              </a:rPr>
              <a:t>nd</a:t>
            </a:r>
            <a:r>
              <a:rPr lang="en-US" dirty="0">
                <a:highlight>
                  <a:srgbClr val="FFFF00"/>
                </a:highlight>
              </a:rPr>
              <a:t> bit of network byte 1 and signals last bit sits on 7</a:t>
            </a:r>
            <a:r>
              <a:rPr lang="en-US" baseline="30000" dirty="0">
                <a:highlight>
                  <a:srgbClr val="FFFF00"/>
                </a:highlight>
              </a:rPr>
              <a:t>th</a:t>
            </a:r>
            <a:r>
              <a:rPr lang="en-US" dirty="0">
                <a:highlight>
                  <a:srgbClr val="FFFF00"/>
                </a:highlight>
              </a:rPr>
              <a:t> of </a:t>
            </a:r>
            <a:r>
              <a:rPr lang="en-US" dirty="0" err="1">
                <a:highlight>
                  <a:srgbClr val="FFFF00"/>
                </a:highlight>
              </a:rPr>
              <a:t>ntks</a:t>
            </a:r>
            <a:r>
              <a:rPr lang="en-US" dirty="0">
                <a:highlight>
                  <a:srgbClr val="FFFF00"/>
                </a:highlight>
              </a:rPr>
              <a:t> 1</a:t>
            </a:r>
            <a:r>
              <a:rPr lang="en-US" baseline="30000" dirty="0">
                <a:highlight>
                  <a:srgbClr val="FFFF00"/>
                </a:highlight>
              </a:rPr>
              <a:t>st</a:t>
            </a:r>
            <a:r>
              <a:rPr lang="en-US" dirty="0">
                <a:highlight>
                  <a:srgbClr val="FFFF00"/>
                </a:highlight>
              </a:rPr>
              <a:t> byte</a:t>
            </a:r>
            <a:endParaRPr lang="en-IN" dirty="0">
              <a:highlight>
                <a:srgbClr val="FFFF00"/>
              </a:highlight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7D0D1A6-0BE3-C8D8-DA63-147A9D313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153530"/>
              </p:ext>
            </p:extLst>
          </p:nvPr>
        </p:nvGraphicFramePr>
        <p:xfrm>
          <a:off x="0" y="2614049"/>
          <a:ext cx="296685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4F8E308-B210-8F26-81B3-2D2D56C3E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19463"/>
              </p:ext>
            </p:extLst>
          </p:nvPr>
        </p:nvGraphicFramePr>
        <p:xfrm>
          <a:off x="2984011" y="2614651"/>
          <a:ext cx="296685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D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D5C2520-DE33-605D-B298-44A020E66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598951"/>
              </p:ext>
            </p:extLst>
          </p:nvPr>
        </p:nvGraphicFramePr>
        <p:xfrm>
          <a:off x="6008185" y="2595500"/>
          <a:ext cx="300407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9436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9436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9436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60676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9436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9436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20408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2764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C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A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9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8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80544A4-74EC-C908-179B-C0045843F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573341"/>
              </p:ext>
            </p:extLst>
          </p:nvPr>
        </p:nvGraphicFramePr>
        <p:xfrm>
          <a:off x="9074624" y="2590420"/>
          <a:ext cx="297970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90745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90745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90745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7362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90745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90745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7464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5EA7319-719C-686E-C803-8CFD64EB1210}"/>
              </a:ext>
            </a:extLst>
          </p:cNvPr>
          <p:cNvSpPr txBox="1"/>
          <p:nvPr/>
        </p:nvSpPr>
        <p:spPr>
          <a:xfrm>
            <a:off x="-6953" y="1453579"/>
            <a:ext cx="523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</a:t>
            </a:r>
            <a:r>
              <a:rPr lang="en-US" dirty="0"/>
              <a:t> ---------------------------- Signal 1 ------------------------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8AD206-7CC9-C1FC-A1C1-02EEFDCFDE26}"/>
              </a:ext>
            </a:extLst>
          </p:cNvPr>
          <p:cNvSpPr txBox="1"/>
          <p:nvPr/>
        </p:nvSpPr>
        <p:spPr>
          <a:xfrm>
            <a:off x="5216675" y="2165794"/>
            <a:ext cx="5703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</a:t>
            </a:r>
            <a:r>
              <a:rPr lang="en-US" dirty="0"/>
              <a:t> ---------------------------- Signal 2 -------------------------------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920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FC9AD-7724-11EC-5756-37511AA06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2F3E-FC62-7F5A-F55A-C5ECD5497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449" y="67024"/>
            <a:ext cx="10515600" cy="353803"/>
          </a:xfrm>
        </p:spPr>
        <p:txBody>
          <a:bodyPr/>
          <a:lstStyle/>
          <a:p>
            <a:r>
              <a:rPr lang="en-US" dirty="0"/>
              <a:t>                              Little endian -2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6FB402-EB6D-1152-2A9C-BBDDF289D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068243"/>
              </p:ext>
            </p:extLst>
          </p:nvPr>
        </p:nvGraphicFramePr>
        <p:xfrm>
          <a:off x="-24312" y="780986"/>
          <a:ext cx="122166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8166">
                  <a:extLst>
                    <a:ext uri="{9D8B030D-6E8A-4147-A177-3AD203B41FA5}">
                      <a16:colId xmlns:a16="http://schemas.microsoft.com/office/drawing/2014/main" val="1286033490"/>
                    </a:ext>
                  </a:extLst>
                </a:gridCol>
                <a:gridCol w="3018166">
                  <a:extLst>
                    <a:ext uri="{9D8B030D-6E8A-4147-A177-3AD203B41FA5}">
                      <a16:colId xmlns:a16="http://schemas.microsoft.com/office/drawing/2014/main" val="2716034628"/>
                    </a:ext>
                  </a:extLst>
                </a:gridCol>
                <a:gridCol w="3018166">
                  <a:extLst>
                    <a:ext uri="{9D8B030D-6E8A-4147-A177-3AD203B41FA5}">
                      <a16:colId xmlns:a16="http://schemas.microsoft.com/office/drawing/2014/main" val="1031643017"/>
                    </a:ext>
                  </a:extLst>
                </a:gridCol>
                <a:gridCol w="3162182">
                  <a:extLst>
                    <a:ext uri="{9D8B030D-6E8A-4147-A177-3AD203B41FA5}">
                      <a16:colId xmlns:a16="http://schemas.microsoft.com/office/drawing/2014/main" val="3096939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0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82671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6EC003-75DF-B780-25EF-8500A21FD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126202"/>
              </p:ext>
            </p:extLst>
          </p:nvPr>
        </p:nvGraphicFramePr>
        <p:xfrm>
          <a:off x="18089" y="1188594"/>
          <a:ext cx="296685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19A2E8-2F22-3502-3414-71987B28B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02400"/>
              </p:ext>
            </p:extLst>
          </p:nvPr>
        </p:nvGraphicFramePr>
        <p:xfrm>
          <a:off x="3001329" y="1191229"/>
          <a:ext cx="29996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A30084-C526-CCCA-D99A-9603F080A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023507"/>
              </p:ext>
            </p:extLst>
          </p:nvPr>
        </p:nvGraphicFramePr>
        <p:xfrm>
          <a:off x="6049249" y="1196884"/>
          <a:ext cx="303886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03EBF4-4B81-6B2D-E188-7B4EB8C25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453905"/>
              </p:ext>
            </p:extLst>
          </p:nvPr>
        </p:nvGraphicFramePr>
        <p:xfrm>
          <a:off x="9105050" y="1188594"/>
          <a:ext cx="303493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769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92769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59213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9109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3F4976E-37EE-8BE4-46FD-F7C918982C7F}"/>
              </a:ext>
            </a:extLst>
          </p:cNvPr>
          <p:cNvSpPr txBox="1"/>
          <p:nvPr/>
        </p:nvSpPr>
        <p:spPr>
          <a:xfrm>
            <a:off x="4565823" y="5389352"/>
            <a:ext cx="272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 2 Val : 2000 decimal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F846FA-1260-842F-5E14-42414A43A038}"/>
              </a:ext>
            </a:extLst>
          </p:cNvPr>
          <p:cNvSpPr txBox="1"/>
          <p:nvPr/>
        </p:nvSpPr>
        <p:spPr>
          <a:xfrm>
            <a:off x="34639" y="542874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 1 Val : 262140 decimal 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4B048B0-CE33-AD73-E343-3B2E063F7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845185"/>
              </p:ext>
            </p:extLst>
          </p:nvPr>
        </p:nvGraphicFramePr>
        <p:xfrm>
          <a:off x="2677923" y="6271141"/>
          <a:ext cx="3994142" cy="421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536">
                  <a:extLst>
                    <a:ext uri="{9D8B030D-6E8A-4147-A177-3AD203B41FA5}">
                      <a16:colId xmlns:a16="http://schemas.microsoft.com/office/drawing/2014/main" val="409298489"/>
                    </a:ext>
                  </a:extLst>
                </a:gridCol>
                <a:gridCol w="796178">
                  <a:extLst>
                    <a:ext uri="{9D8B030D-6E8A-4147-A177-3AD203B41FA5}">
                      <a16:colId xmlns:a16="http://schemas.microsoft.com/office/drawing/2014/main" val="977240941"/>
                    </a:ext>
                  </a:extLst>
                </a:gridCol>
                <a:gridCol w="915820">
                  <a:extLst>
                    <a:ext uri="{9D8B030D-6E8A-4147-A177-3AD203B41FA5}">
                      <a16:colId xmlns:a16="http://schemas.microsoft.com/office/drawing/2014/main" val="1821263567"/>
                    </a:ext>
                  </a:extLst>
                </a:gridCol>
                <a:gridCol w="1283608">
                  <a:extLst>
                    <a:ext uri="{9D8B030D-6E8A-4147-A177-3AD203B41FA5}">
                      <a16:colId xmlns:a16="http://schemas.microsoft.com/office/drawing/2014/main" val="3979941495"/>
                    </a:ext>
                  </a:extLst>
                </a:gridCol>
              </a:tblGrid>
              <a:tr h="421101"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0xFC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0xFF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0x43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0x1F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2263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5A339F2-27A5-7B36-6687-6D9922E85C6C}"/>
              </a:ext>
            </a:extLst>
          </p:cNvPr>
          <p:cNvSpPr txBox="1"/>
          <p:nvPr/>
        </p:nvSpPr>
        <p:spPr>
          <a:xfrm>
            <a:off x="18090" y="5837856"/>
            <a:ext cx="687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Values sent on the network   BYTE 0      BYTE 1       BYTE 2      BYTE 3</a:t>
            </a:r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2DDA557-9F5C-BF72-1303-063269F9E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122477"/>
              </p:ext>
            </p:extLst>
          </p:nvPr>
        </p:nvGraphicFramePr>
        <p:xfrm>
          <a:off x="34476" y="1853175"/>
          <a:ext cx="296685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3DA3D36-16FE-E0CA-D9EB-EBB7F03EE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240126"/>
              </p:ext>
            </p:extLst>
          </p:nvPr>
        </p:nvGraphicFramePr>
        <p:xfrm>
          <a:off x="3042458" y="1853774"/>
          <a:ext cx="29340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C6FF64B-763A-FE86-AD9D-E0745D71C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627316"/>
              </p:ext>
            </p:extLst>
          </p:nvPr>
        </p:nvGraphicFramePr>
        <p:xfrm>
          <a:off x="6082270" y="1842104"/>
          <a:ext cx="30136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00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9000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9000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9000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6688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9000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9000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6866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40CD75E-699B-82A2-58DF-D5518B5B2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627905"/>
              </p:ext>
            </p:extLst>
          </p:nvPr>
        </p:nvGraphicFramePr>
        <p:xfrm>
          <a:off x="9144918" y="1841399"/>
          <a:ext cx="299858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16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8616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8616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8616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8616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8616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5734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7EF42CB-53CE-81E5-400B-AE23F1AA6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624775"/>
              </p:ext>
            </p:extLst>
          </p:nvPr>
        </p:nvGraphicFramePr>
        <p:xfrm>
          <a:off x="25445" y="2625126"/>
          <a:ext cx="296685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9EF9641-21FE-FCBC-96CD-6E02C0306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974332"/>
              </p:ext>
            </p:extLst>
          </p:nvPr>
        </p:nvGraphicFramePr>
        <p:xfrm>
          <a:off x="3031968" y="2637744"/>
          <a:ext cx="296685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58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8395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1950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97F2554-A943-AD83-AA62-09F9BE9EC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56128"/>
              </p:ext>
            </p:extLst>
          </p:nvPr>
        </p:nvGraphicFramePr>
        <p:xfrm>
          <a:off x="6104081" y="2627666"/>
          <a:ext cx="300407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94368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94368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94368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60676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94368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94368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20408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2764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66D4721-BAE4-8615-3CE0-509A7D06B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955915"/>
              </p:ext>
            </p:extLst>
          </p:nvPr>
        </p:nvGraphicFramePr>
        <p:xfrm>
          <a:off x="9186849" y="2607885"/>
          <a:ext cx="297970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3686966253"/>
                    </a:ext>
                  </a:extLst>
                </a:gridCol>
                <a:gridCol w="390745">
                  <a:extLst>
                    <a:ext uri="{9D8B030D-6E8A-4147-A177-3AD203B41FA5}">
                      <a16:colId xmlns:a16="http://schemas.microsoft.com/office/drawing/2014/main" val="2462977287"/>
                    </a:ext>
                  </a:extLst>
                </a:gridCol>
                <a:gridCol w="390745">
                  <a:extLst>
                    <a:ext uri="{9D8B030D-6E8A-4147-A177-3AD203B41FA5}">
                      <a16:colId xmlns:a16="http://schemas.microsoft.com/office/drawing/2014/main" val="1948015847"/>
                    </a:ext>
                  </a:extLst>
                </a:gridCol>
                <a:gridCol w="390745">
                  <a:extLst>
                    <a:ext uri="{9D8B030D-6E8A-4147-A177-3AD203B41FA5}">
                      <a16:colId xmlns:a16="http://schemas.microsoft.com/office/drawing/2014/main" val="682538877"/>
                    </a:ext>
                  </a:extLst>
                </a:gridCol>
                <a:gridCol w="357362">
                  <a:extLst>
                    <a:ext uri="{9D8B030D-6E8A-4147-A177-3AD203B41FA5}">
                      <a16:colId xmlns:a16="http://schemas.microsoft.com/office/drawing/2014/main" val="2963603518"/>
                    </a:ext>
                  </a:extLst>
                </a:gridCol>
                <a:gridCol w="390745">
                  <a:extLst>
                    <a:ext uri="{9D8B030D-6E8A-4147-A177-3AD203B41FA5}">
                      <a16:colId xmlns:a16="http://schemas.microsoft.com/office/drawing/2014/main" val="2466570741"/>
                    </a:ext>
                  </a:extLst>
                </a:gridCol>
                <a:gridCol w="390745">
                  <a:extLst>
                    <a:ext uri="{9D8B030D-6E8A-4147-A177-3AD203B41FA5}">
                      <a16:colId xmlns:a16="http://schemas.microsoft.com/office/drawing/2014/main" val="2189835742"/>
                    </a:ext>
                  </a:extLst>
                </a:gridCol>
                <a:gridCol w="317464">
                  <a:extLst>
                    <a:ext uri="{9D8B030D-6E8A-4147-A177-3AD203B41FA5}">
                      <a16:colId xmlns:a16="http://schemas.microsoft.com/office/drawing/2014/main" val="405114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23585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8DA4CA6-8F83-2095-49D2-AC04042E75C8}"/>
              </a:ext>
            </a:extLst>
          </p:cNvPr>
          <p:cNvSpPr txBox="1"/>
          <p:nvPr/>
        </p:nvSpPr>
        <p:spPr>
          <a:xfrm>
            <a:off x="48497" y="1483206"/>
            <a:ext cx="12216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Below is signal 1 where it starts from 0</a:t>
            </a:r>
            <a:r>
              <a:rPr lang="en-US" baseline="30000" dirty="0"/>
              <a:t>th</a:t>
            </a:r>
            <a:r>
              <a:rPr lang="en-US" dirty="0"/>
              <a:t> bit of byte 0 and later starts from 0</a:t>
            </a:r>
            <a:r>
              <a:rPr lang="en-US" baseline="30000" dirty="0"/>
              <a:t>th</a:t>
            </a:r>
            <a:r>
              <a:rPr lang="en-US" dirty="0"/>
              <a:t> bit of byte 1 and later starts from 0</a:t>
            </a:r>
            <a:r>
              <a:rPr lang="en-US" baseline="30000" dirty="0"/>
              <a:t>th</a:t>
            </a:r>
            <a:r>
              <a:rPr lang="en-US" dirty="0"/>
              <a:t> bit of byte 2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A653F5-106B-D6F8-C0E9-5570D7C0ED4D}"/>
              </a:ext>
            </a:extLst>
          </p:cNvPr>
          <p:cNvSpPr txBox="1"/>
          <p:nvPr/>
        </p:nvSpPr>
        <p:spPr>
          <a:xfrm>
            <a:off x="48497" y="2217518"/>
            <a:ext cx="9791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Below is signal 2 where it starts from 2</a:t>
            </a:r>
            <a:r>
              <a:rPr lang="en-US" baseline="30000" dirty="0"/>
              <a:t>nd</a:t>
            </a:r>
            <a:r>
              <a:rPr lang="en-US" dirty="0"/>
              <a:t> bit of byte 2 and ends at 4</a:t>
            </a:r>
            <a:r>
              <a:rPr lang="en-US" baseline="30000" dirty="0"/>
              <a:t>th</a:t>
            </a:r>
            <a:r>
              <a:rPr lang="en-US" dirty="0"/>
              <a:t> bit of byte 3 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4595B7-E250-7E3E-EDF7-659A0E31730A}"/>
              </a:ext>
            </a:extLst>
          </p:cNvPr>
          <p:cNvSpPr txBox="1"/>
          <p:nvPr/>
        </p:nvSpPr>
        <p:spPr>
          <a:xfrm>
            <a:off x="25445" y="3057380"/>
            <a:ext cx="11903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Signal 1 is of 18 bits length , it write from 0</a:t>
            </a:r>
            <a:r>
              <a:rPr lang="en-US" baseline="30000" dirty="0">
                <a:highlight>
                  <a:srgbClr val="FFFF00"/>
                </a:highlight>
              </a:rPr>
              <a:t>th</a:t>
            </a:r>
            <a:r>
              <a:rPr lang="en-US" dirty="0">
                <a:highlight>
                  <a:srgbClr val="FFFF00"/>
                </a:highlight>
              </a:rPr>
              <a:t> bit of 0</a:t>
            </a:r>
            <a:r>
              <a:rPr lang="en-US" baseline="30000" dirty="0">
                <a:highlight>
                  <a:srgbClr val="FFFF00"/>
                </a:highlight>
              </a:rPr>
              <a:t>th</a:t>
            </a:r>
            <a:r>
              <a:rPr lang="en-US" dirty="0">
                <a:highlight>
                  <a:srgbClr val="FFFF00"/>
                </a:highlight>
              </a:rPr>
              <a:t> byte and again starts from 0</a:t>
            </a:r>
            <a:r>
              <a:rPr lang="en-US" baseline="30000" dirty="0">
                <a:highlight>
                  <a:srgbClr val="FFFF00"/>
                </a:highlight>
              </a:rPr>
              <a:t>th</a:t>
            </a:r>
            <a:r>
              <a:rPr lang="en-US" dirty="0">
                <a:highlight>
                  <a:srgbClr val="FFFF00"/>
                </a:highlight>
              </a:rPr>
              <a:t> bit of byte 1 and again from 0</a:t>
            </a:r>
            <a:r>
              <a:rPr lang="en-US" baseline="30000" dirty="0">
                <a:highlight>
                  <a:srgbClr val="FFFF00"/>
                </a:highlight>
              </a:rPr>
              <a:t>th</a:t>
            </a:r>
            <a:r>
              <a:rPr lang="en-US" dirty="0">
                <a:highlight>
                  <a:srgbClr val="FFFF00"/>
                </a:highlight>
              </a:rPr>
              <a:t> bit of byte 2 since it has 18bit length it ends at 1</a:t>
            </a:r>
            <a:r>
              <a:rPr lang="en-US" baseline="30000" dirty="0">
                <a:highlight>
                  <a:srgbClr val="FFFF00"/>
                </a:highlight>
              </a:rPr>
              <a:t>st</a:t>
            </a:r>
            <a:r>
              <a:rPr lang="en-US" dirty="0">
                <a:highlight>
                  <a:srgbClr val="FFFF00"/>
                </a:highlight>
              </a:rPr>
              <a:t> bit of byte 2, we are sending decimal value of 262140 on network.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91ADAD-55A0-8E31-2EFB-0E77C308916A}"/>
              </a:ext>
            </a:extLst>
          </p:cNvPr>
          <p:cNvSpPr txBox="1"/>
          <p:nvPr/>
        </p:nvSpPr>
        <p:spPr>
          <a:xfrm>
            <a:off x="34476" y="3952948"/>
            <a:ext cx="12038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Signal 2 is of 11bit length it starts from 2</a:t>
            </a:r>
            <a:r>
              <a:rPr lang="en-US" baseline="30000" dirty="0">
                <a:highlight>
                  <a:srgbClr val="FFFF00"/>
                </a:highlight>
              </a:rPr>
              <a:t>nd</a:t>
            </a:r>
            <a:r>
              <a:rPr lang="en-US" dirty="0">
                <a:highlight>
                  <a:srgbClr val="FFFF00"/>
                </a:highlight>
              </a:rPr>
              <a:t> bit of byte 2 and ends at 4</a:t>
            </a:r>
            <a:r>
              <a:rPr lang="en-US" baseline="30000" dirty="0">
                <a:highlight>
                  <a:srgbClr val="FFFF00"/>
                </a:highlight>
              </a:rPr>
              <a:t>th</a:t>
            </a:r>
            <a:r>
              <a:rPr lang="en-US" dirty="0">
                <a:highlight>
                  <a:srgbClr val="FFFF00"/>
                </a:highlight>
              </a:rPr>
              <a:t> bit of byte 3, we are sending value 2000 on the network which is in decimal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236649-33BC-1F47-6585-C4B953565D9A}"/>
              </a:ext>
            </a:extLst>
          </p:cNvPr>
          <p:cNvSpPr txBox="1"/>
          <p:nvPr/>
        </p:nvSpPr>
        <p:spPr>
          <a:xfrm>
            <a:off x="48497" y="4720995"/>
            <a:ext cx="16340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we write signal 1 value 262140 on network byte in little endian and for signal 2 , 2000 in little endian on network byte.</a:t>
            </a:r>
          </a:p>
          <a:p>
            <a:r>
              <a:rPr lang="en-US" dirty="0"/>
              <a:t>It would be sent as 0xFC, 0xFF, 0x43 and 0x1F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0690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">
      <a:dk1>
        <a:srgbClr val="19232F"/>
      </a:dk1>
      <a:lt1>
        <a:srgbClr val="FFFFFF"/>
      </a:lt1>
      <a:dk2>
        <a:srgbClr val="FF733B"/>
      </a:dk2>
      <a:lt2>
        <a:srgbClr val="E7E6E6"/>
      </a:lt2>
      <a:accent1>
        <a:srgbClr val="FF733B"/>
      </a:accent1>
      <a:accent2>
        <a:srgbClr val="FEB048"/>
      </a:accent2>
      <a:accent3>
        <a:srgbClr val="19232F"/>
      </a:accent3>
      <a:accent4>
        <a:srgbClr val="36A7F7"/>
      </a:accent4>
      <a:accent5>
        <a:srgbClr val="2CCB70"/>
      </a:accent5>
      <a:accent6>
        <a:srgbClr val="FF2F5F"/>
      </a:accent6>
      <a:hlink>
        <a:srgbClr val="36A7F7"/>
      </a:hlink>
      <a:folHlink>
        <a:srgbClr val="36A7F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473738_Infographic percentage chart_RVA_v3" id="{5F363EEA-29BA-4027-9BF8-0A85486943C8}" vid="{3440FD5E-8BE2-4D4B-98B8-747C8F57C8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7FD1FC1-9AE0-4D49-BC7A-F1CBE0EA4C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B5A952-DE37-4D36-8C1C-D7CF99F149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DAF5101-E7B6-4532-BC0B-676AAA5858F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Infographic percentage chart</Template>
  <TotalTime>136</TotalTime>
  <Words>1045</Words>
  <Application>Microsoft Office PowerPoint</Application>
  <PresentationFormat>Widescreen</PresentationFormat>
  <Paragraphs>329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Theme</vt:lpstr>
      <vt:lpstr>                              Little endian</vt:lpstr>
      <vt:lpstr>                              Big endian</vt:lpstr>
      <vt:lpstr>                              Big endian -2</vt:lpstr>
      <vt:lpstr>                              Little endian -2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mithun v</dc:creator>
  <cp:keywords/>
  <dc:description/>
  <cp:lastModifiedBy>mithun v</cp:lastModifiedBy>
  <cp:revision>155</cp:revision>
  <dcterms:created xsi:type="dcterms:W3CDTF">2025-12-24T07:23:48Z</dcterms:created>
  <dcterms:modified xsi:type="dcterms:W3CDTF">2025-12-24T11:21:15Z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